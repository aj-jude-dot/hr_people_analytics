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9"/>
  </p:notesMasterIdLst>
  <p:handoutMasterIdLst>
    <p:handoutMasterId r:id="rId20"/>
  </p:handoutMasterIdLst>
  <p:sldIdLst>
    <p:sldId id="310" r:id="rId5"/>
    <p:sldId id="309" r:id="rId6"/>
    <p:sldId id="311" r:id="rId7"/>
    <p:sldId id="315" r:id="rId8"/>
    <p:sldId id="312" r:id="rId9"/>
    <p:sldId id="323" r:id="rId10"/>
    <p:sldId id="316" r:id="rId11"/>
    <p:sldId id="317" r:id="rId12"/>
    <p:sldId id="318" r:id="rId13"/>
    <p:sldId id="319" r:id="rId14"/>
    <p:sldId id="320" r:id="rId15"/>
    <p:sldId id="321" r:id="rId16"/>
    <p:sldId id="322" r:id="rId17"/>
    <p:sldId id="29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AE8"/>
    <a:srgbClr val="476977"/>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394" autoAdjust="0"/>
  </p:normalViewPr>
  <p:slideViewPr>
    <p:cSldViewPr snapToGrid="0">
      <p:cViewPr>
        <p:scale>
          <a:sx n="71" d="100"/>
          <a:sy n="71" d="100"/>
        </p:scale>
        <p:origin x="484" y="3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AA3114B-0CDD-4419-A4DE-E0C29A2AE1A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FC25048-78D1-4821-8E2B-7A77CCA12F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252186-C111-43A8-A0F7-F77FFDE4DF82}" type="datetimeFigureOut">
              <a:rPr lang="en-US" smtClean="0"/>
              <a:t>8/5/2026</a:t>
            </a:fld>
            <a:endParaRPr lang="en-US" dirty="0"/>
          </a:p>
        </p:txBody>
      </p:sp>
      <p:sp>
        <p:nvSpPr>
          <p:cNvPr id="4" name="Footer Placeholder 3">
            <a:extLst>
              <a:ext uri="{FF2B5EF4-FFF2-40B4-BE49-F238E27FC236}">
                <a16:creationId xmlns:a16="http://schemas.microsoft.com/office/drawing/2014/main" id="{01924695-047D-4CC8-8801-1AA37457E7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0F00293-63F6-438D-A9A8-024975FD55F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56CFAD-C154-4C9C-AD01-665A5055065E}" type="slidenum">
              <a:rPr lang="en-US" smtClean="0"/>
              <a:t>‹#›</a:t>
            </a:fld>
            <a:endParaRPr lang="en-US" dirty="0"/>
          </a:p>
        </p:txBody>
      </p:sp>
    </p:spTree>
    <p:extLst>
      <p:ext uri="{BB962C8B-B14F-4D97-AF65-F5344CB8AC3E}">
        <p14:creationId xmlns:p14="http://schemas.microsoft.com/office/powerpoint/2010/main" val="39978791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BBB5B-F3DE-41D7-B279-483D20E8E363}" type="datetimeFigureOut">
              <a:rPr lang="en-US" smtClean="0"/>
              <a:t>8/5/2026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62BC0-7DC4-4569-951D-2BB9475345C6}" type="slidenum">
              <a:rPr lang="en-US" smtClean="0"/>
              <a:t>‹#›</a:t>
            </a:fld>
            <a:endParaRPr lang="en-US" dirty="0"/>
          </a:p>
        </p:txBody>
      </p:sp>
    </p:spTree>
    <p:extLst>
      <p:ext uri="{BB962C8B-B14F-4D97-AF65-F5344CB8AC3E}">
        <p14:creationId xmlns:p14="http://schemas.microsoft.com/office/powerpoint/2010/main" val="334464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1"/>
            </a:solidFill>
          </a:ln>
        </p:spPr>
        <p:txBody>
          <a:bodyPr lIns="914400" tIns="91440" rIns="914400" anchor="ctr"/>
          <a:lstStyle>
            <a:lvl1pPr algn="ctr">
              <a:defRPr sz="5400" b="1" cap="all" spc="100" baseline="0">
                <a:solidFill>
                  <a:schemeClr val="accent1"/>
                </a:solidFill>
              </a:defRPr>
            </a:lvl1pPr>
          </a:lstStyle>
          <a:p>
            <a:r>
              <a:rPr lang="en-US" dirty="0"/>
              <a:t>Click to add title</a:t>
            </a:r>
          </a:p>
        </p:txBody>
      </p:sp>
    </p:spTree>
    <p:extLst>
      <p:ext uri="{BB962C8B-B14F-4D97-AF65-F5344CB8AC3E}">
        <p14:creationId xmlns:p14="http://schemas.microsoft.com/office/powerpoint/2010/main" val="11483287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
    <p:bg>
      <p:bgPr>
        <a:solidFill>
          <a:schemeClr val="accent5">
            <a:alpha val="10000"/>
          </a:schemeClr>
        </a:solidFill>
        <a:effectLst/>
      </p:bgPr>
    </p:bg>
    <p:spTree>
      <p:nvGrpSpPr>
        <p:cNvPr id="1" name=""/>
        <p:cNvGrpSpPr/>
        <p:nvPr/>
      </p:nvGrpSpPr>
      <p:grpSpPr>
        <a:xfrm>
          <a:off x="0" y="0"/>
          <a:ext cx="0" cy="0"/>
          <a:chOff x="0" y="0"/>
          <a:chExt cx="0" cy="0"/>
        </a:xfrm>
      </p:grpSpPr>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0" y="0"/>
            <a:ext cx="6772276" cy="6858000"/>
          </a:xfrm>
          <a:prstGeom prst="rect">
            <a:avLst/>
          </a:prstGeom>
          <a:solidFill>
            <a:schemeClr val="accent4">
              <a:lumMod val="60000"/>
              <a:lumOff val="40000"/>
            </a:schemeClr>
          </a:solidFill>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224747" y="2365057"/>
            <a:ext cx="4377400" cy="2160644"/>
          </a:xfrm>
          <a:prstGeom prst="rect">
            <a:avLst/>
          </a:prstGeom>
          <a:gradFill>
            <a:gsLst>
              <a:gs pos="50000">
                <a:schemeClr val="accent1">
                  <a:lumMod val="5000"/>
                  <a:lumOff val="95000"/>
                  <a:alpha val="0"/>
                </a:schemeClr>
              </a:gs>
              <a:gs pos="50000">
                <a:schemeClr val="accent5">
                  <a:alpha val="10000"/>
                </a:schemeClr>
              </a:gs>
            </a:gsLst>
            <a:lin ang="0" scaled="0"/>
          </a:gradFill>
          <a:ln w="28575">
            <a:solidFill>
              <a:schemeClr val="bg1"/>
            </a:solidFill>
          </a:ln>
        </p:spPr>
        <p:txBody>
          <a:bodyPr anchor="ctr"/>
          <a:lstStyle>
            <a:lvl1pPr algn="ctr">
              <a:defRPr sz="2400" cap="all" spc="100" baseline="0">
                <a:solidFill>
                  <a:schemeClr val="bg1"/>
                </a:solidFill>
              </a:defRPr>
            </a:lvl1pPr>
          </a:lstStyle>
          <a:p>
            <a:r>
              <a:rPr lang="en-US" dirty="0"/>
              <a:t>Add title</a:t>
            </a:r>
          </a:p>
        </p:txBody>
      </p:sp>
      <p:sp>
        <p:nvSpPr>
          <p:cNvPr id="12" name="Text Placeholder 11">
            <a:extLst>
              <a:ext uri="{FF2B5EF4-FFF2-40B4-BE49-F238E27FC236}">
                <a16:creationId xmlns:a16="http://schemas.microsoft.com/office/drawing/2014/main" id="{FB3EFFF7-FFC6-16DF-B4AB-DD5A1A1DA92A}"/>
              </a:ext>
            </a:extLst>
          </p:cNvPr>
          <p:cNvSpPr>
            <a:spLocks noGrp="1"/>
          </p:cNvSpPr>
          <p:nvPr>
            <p:ph type="body" sz="quarter" idx="12" hasCustomPrompt="1"/>
          </p:nvPr>
        </p:nvSpPr>
        <p:spPr>
          <a:xfrm>
            <a:off x="3427896" y="0"/>
            <a:ext cx="3344379" cy="6858000"/>
          </a:xfrm>
          <a:custGeom>
            <a:avLst/>
            <a:gdLst>
              <a:gd name="connsiteX0" fmla="*/ 0 w 3344379"/>
              <a:gd name="connsiteY0" fmla="*/ 0 h 6858000"/>
              <a:gd name="connsiteX1" fmla="*/ 3344379 w 3344379"/>
              <a:gd name="connsiteY1" fmla="*/ 0 h 6858000"/>
              <a:gd name="connsiteX2" fmla="*/ 3344379 w 3344379"/>
              <a:gd name="connsiteY2" fmla="*/ 6858000 h 6858000"/>
              <a:gd name="connsiteX3" fmla="*/ 0 w 334437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44379" h="6858000">
                <a:moveTo>
                  <a:pt x="0" y="0"/>
                </a:moveTo>
                <a:lnTo>
                  <a:pt x="3344379" y="0"/>
                </a:lnTo>
                <a:lnTo>
                  <a:pt x="3344379" y="6858000"/>
                </a:lnTo>
                <a:lnTo>
                  <a:pt x="0" y="6858000"/>
                </a:lnTo>
                <a:close/>
              </a:path>
            </a:pathLst>
          </a:custGeom>
          <a:solidFill>
            <a:schemeClr val="accent5">
              <a:alpha val="10000"/>
            </a:schemeClr>
          </a:solidFill>
        </p:spPr>
        <p:txBody>
          <a:bodyPr wrap="square">
            <a:noAutofit/>
          </a:bodyPr>
          <a:lstStyle>
            <a:lvl1pPr marL="0" indent="0">
              <a:buNone/>
              <a:defRPr>
                <a:noFill/>
              </a:defRPr>
            </a:lvl1pPr>
          </a:lstStyle>
          <a:p>
            <a:pPr lvl="0"/>
            <a:r>
              <a:rPr lang="en-US" dirty="0"/>
              <a:t>Blank</a:t>
            </a:r>
          </a:p>
        </p:txBody>
      </p:sp>
      <p:sp>
        <p:nvSpPr>
          <p:cNvPr id="6" name="Text Placeholder 5">
            <a:extLst>
              <a:ext uri="{FF2B5EF4-FFF2-40B4-BE49-F238E27FC236}">
                <a16:creationId xmlns:a16="http://schemas.microsoft.com/office/drawing/2014/main" id="{DE6E802E-B214-0AE3-69C8-CBCA885C703A}"/>
              </a:ext>
            </a:extLst>
          </p:cNvPr>
          <p:cNvSpPr>
            <a:spLocks noGrp="1"/>
          </p:cNvSpPr>
          <p:nvPr>
            <p:ph type="body" sz="quarter" idx="11" hasCustomPrompt="1"/>
          </p:nvPr>
        </p:nvSpPr>
        <p:spPr>
          <a:xfrm>
            <a:off x="7835900" y="2071688"/>
            <a:ext cx="3773488" cy="2732087"/>
          </a:xfrm>
          <a:prstGeom prst="rect">
            <a:avLst/>
          </a:prstGeom>
        </p:spPr>
        <p:txBody>
          <a:bodyPr anchor="ct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800" spc="100" baseline="0"/>
            </a:lvl2pPr>
            <a:lvl3pPr marL="914400" indent="0">
              <a:lnSpc>
                <a:spcPct val="125000"/>
              </a:lnSpc>
              <a:spcBef>
                <a:spcPts val="0"/>
              </a:spcBef>
              <a:spcAft>
                <a:spcPts val="600"/>
              </a:spcAft>
              <a:buNone/>
              <a:defRPr sz="1800" spc="100" baseline="0"/>
            </a:lvl3pPr>
            <a:lvl4pPr marL="1371600" indent="0">
              <a:lnSpc>
                <a:spcPct val="125000"/>
              </a:lnSpc>
              <a:spcBef>
                <a:spcPts val="0"/>
              </a:spcBef>
              <a:spcAft>
                <a:spcPts val="600"/>
              </a:spcAft>
              <a:buNone/>
              <a:defRPr sz="1800" spc="100" baseline="0"/>
            </a:lvl4pPr>
            <a:lvl5pPr marL="1828800" indent="0">
              <a:lnSpc>
                <a:spcPct val="125000"/>
              </a:lnSpc>
              <a:spcBef>
                <a:spcPts val="0"/>
              </a:spcBef>
              <a:spcAft>
                <a:spcPts val="600"/>
              </a:spcAft>
              <a:buNone/>
              <a:defRPr sz="1800" spc="1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E0398655-42A6-4DBC-9542-9A8D10B44A63}"/>
              </a:ext>
            </a:extLst>
          </p:cNvPr>
          <p:cNvSpPr>
            <a:spLocks noGrp="1"/>
          </p:cNvSpPr>
          <p:nvPr>
            <p:ph type="dt" sz="half" idx="2"/>
          </p:nvPr>
        </p:nvSpPr>
        <p:spPr>
          <a:xfrm>
            <a:off x="838200" y="6356350"/>
            <a:ext cx="1590675"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9" name="Footer Placeholder 4">
            <a:extLst>
              <a:ext uri="{FF2B5EF4-FFF2-40B4-BE49-F238E27FC236}">
                <a16:creationId xmlns:a16="http://schemas.microsoft.com/office/drawing/2014/main" id="{1FF7C44B-1689-4CA8-B0BC-0671EA12750F}"/>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effectLst/>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7D6105C8-7607-448C-9CD2-9CA33B49B4DB}"/>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4238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accent4">
            <a:lumMod val="50000"/>
          </a:schemeClr>
        </a:solidFill>
        <a:effectLst/>
      </p:bgPr>
    </p:bg>
    <p:spTree>
      <p:nvGrpSpPr>
        <p:cNvPr id="1" name=""/>
        <p:cNvGrpSpPr/>
        <p:nvPr/>
      </p:nvGrpSpPr>
      <p:grpSpPr>
        <a:xfrm>
          <a:off x="0" y="0"/>
          <a:ext cx="0" cy="0"/>
          <a:chOff x="0" y="0"/>
          <a:chExt cx="0" cy="0"/>
        </a:xfrm>
      </p:grpSpPr>
      <p:sp>
        <p:nvSpPr>
          <p:cNvPr id="7" name="Picture Placeholder 7">
            <a:extLst>
              <a:ext uri="{FF2B5EF4-FFF2-40B4-BE49-F238E27FC236}">
                <a16:creationId xmlns:a16="http://schemas.microsoft.com/office/drawing/2014/main" id="{02728A58-8DE2-4B1C-B6CA-F2AED56F4504}"/>
              </a:ext>
            </a:extLst>
          </p:cNvPr>
          <p:cNvSpPr>
            <a:spLocks noGrp="1"/>
          </p:cNvSpPr>
          <p:nvPr>
            <p:ph type="pic" sz="quarter" idx="10" hasCustomPrompt="1"/>
          </p:nvPr>
        </p:nvSpPr>
        <p:spPr>
          <a:xfrm>
            <a:off x="0" y="-2"/>
            <a:ext cx="12192000" cy="6858000"/>
          </a:xfrm>
          <a:prstGeom prst="rect">
            <a:avLst/>
          </a:prstGeo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B69D7CAC-EE78-4BAE-94EA-EBE4BB118115}"/>
              </a:ext>
            </a:extLst>
          </p:cNvPr>
          <p:cNvSpPr>
            <a:spLocks noGrp="1"/>
          </p:cNvSpPr>
          <p:nvPr>
            <p:ph type="title" hasCustomPrompt="1"/>
          </p:nvPr>
        </p:nvSpPr>
        <p:spPr>
          <a:xfrm>
            <a:off x="1199909" y="2335192"/>
            <a:ext cx="9792182" cy="2187616"/>
          </a:xfrm>
          <a:prstGeom prst="rect">
            <a:avLst/>
          </a:prstGeom>
          <a:noFill/>
          <a:ln w="38100">
            <a:solidFill>
              <a:schemeClr val="accent5"/>
            </a:solidFill>
          </a:ln>
        </p:spPr>
        <p:txBody>
          <a:bodyPr lIns="914400" tIns="182880" rIns="914400" anchor="ctr"/>
          <a:lstStyle>
            <a:lvl1pPr algn="ctr">
              <a:defRPr sz="5400" b="1" cap="all" spc="100" baseline="0">
                <a:solidFill>
                  <a:schemeClr val="accent5"/>
                </a:solidFill>
              </a:defRPr>
            </a:lvl1pPr>
          </a:lstStyle>
          <a:p>
            <a:r>
              <a:rPr lang="en-US" dirty="0"/>
              <a:t>Click to add title</a:t>
            </a:r>
          </a:p>
        </p:txBody>
      </p:sp>
    </p:spTree>
    <p:extLst>
      <p:ext uri="{BB962C8B-B14F-4D97-AF65-F5344CB8AC3E}">
        <p14:creationId xmlns:p14="http://schemas.microsoft.com/office/powerpoint/2010/main" val="1737129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5">
            <a:alpha val="10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CC6C658-B6F5-98D2-4D95-EA3030D6F090}"/>
              </a:ext>
              <a:ext uri="{C183D7F6-B498-43B3-948B-1728B52AA6E4}">
                <adec:decorative xmlns:adec="http://schemas.microsoft.com/office/drawing/2017/decorative" val="1"/>
              </a:ext>
            </a:extLst>
          </p:cNvPr>
          <p:cNvSpPr/>
          <p:nvPr userDrawn="1"/>
        </p:nvSpPr>
        <p:spPr>
          <a:xfrm>
            <a:off x="-20322" y="-7084"/>
            <a:ext cx="12212321" cy="6858000"/>
          </a:xfrm>
          <a:prstGeom prst="rect">
            <a:avLst/>
          </a:prstGeom>
          <a:solidFill>
            <a:schemeClr val="accent5">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1250065" y="2372810"/>
            <a:ext cx="4352081" cy="2129742"/>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6789480" y="0"/>
            <a:ext cx="5394960" cy="6858000"/>
          </a:xfrm>
          <a:prstGeom prst="rect">
            <a:avLst/>
          </a:prstGeom>
        </p:spPr>
        <p:txBody>
          <a:bodyPr/>
          <a:lstStyle>
            <a:lvl1pPr marL="0" indent="0" algn="ctr">
              <a:buNone/>
              <a:defRPr/>
            </a:lvl1pPr>
          </a:lstStyle>
          <a:p>
            <a:r>
              <a:rPr lang="en-US" dirty="0"/>
              <a:t>Click to add photo</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71333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oblem">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C3FAF69-7EBE-817B-DCEA-4A1595820E3E}"/>
              </a:ext>
              <a:ext uri="{C183D7F6-B498-43B3-948B-1728B52AA6E4}">
                <adec:decorative xmlns:adec="http://schemas.microsoft.com/office/drawing/2017/decorative" val="1"/>
              </a:ext>
            </a:extLst>
          </p:cNvPr>
          <p:cNvSpPr/>
          <p:nvPr userDrawn="1"/>
        </p:nvSpPr>
        <p:spPr>
          <a:xfrm>
            <a:off x="-1" y="-7515"/>
            <a:ext cx="4661648" cy="6871651"/>
          </a:xfrm>
          <a:prstGeom prst="rect">
            <a:avLst/>
          </a:prstGeom>
          <a:solidFill>
            <a:srgbClr val="4769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20FC4D-FDE2-42C3-B907-27B071B649CC}"/>
              </a:ext>
            </a:extLst>
          </p:cNvPr>
          <p:cNvSpPr>
            <a:spLocks noGrp="1"/>
          </p:cNvSpPr>
          <p:nvPr>
            <p:ph type="title" hasCustomPrompt="1"/>
          </p:nvPr>
        </p:nvSpPr>
        <p:spPr>
          <a:xfrm>
            <a:off x="636608" y="804862"/>
            <a:ext cx="3401992" cy="5121375"/>
          </a:xfrm>
          <a:prstGeom prst="rect">
            <a:avLst/>
          </a:prstGeom>
          <a:ln w="28575">
            <a:noFill/>
          </a:ln>
        </p:spPr>
        <p:txBody>
          <a:bodyPr anchor="ctr"/>
          <a:lstStyle>
            <a:lvl1pPr algn="ctr">
              <a:defRPr sz="2400" cap="all" spc="100" baseline="0">
                <a:solidFill>
                  <a:schemeClr val="bg1"/>
                </a:solidFill>
              </a:defRPr>
            </a:lvl1pPr>
          </a:lstStyle>
          <a:p>
            <a:r>
              <a:rPr lang="en-US" dirty="0"/>
              <a:t>Title</a:t>
            </a:r>
          </a:p>
        </p:txBody>
      </p:sp>
      <p:sp>
        <p:nvSpPr>
          <p:cNvPr id="6" name="Content Placeholder 5">
            <a:extLst>
              <a:ext uri="{FF2B5EF4-FFF2-40B4-BE49-F238E27FC236}">
                <a16:creationId xmlns:a16="http://schemas.microsoft.com/office/drawing/2014/main" id="{6F4F9403-8AE5-DF79-EFCF-E99EABB83417}"/>
              </a:ext>
            </a:extLst>
          </p:cNvPr>
          <p:cNvSpPr>
            <a:spLocks noGrp="1"/>
          </p:cNvSpPr>
          <p:nvPr>
            <p:ph sz="quarter" idx="10" hasCustomPrompt="1"/>
          </p:nvPr>
        </p:nvSpPr>
        <p:spPr>
          <a:xfrm>
            <a:off x="5579338" y="804863"/>
            <a:ext cx="5716587" cy="5248276"/>
          </a:xfrm>
          <a:prstGeom prst="rect">
            <a:avLst/>
          </a:prstGeom>
        </p:spPr>
        <p:txBody>
          <a:bodyPr anchor="ctr"/>
          <a:lstStyle>
            <a:lvl1pPr marL="283464" indent="-283464">
              <a:lnSpc>
                <a:spcPct val="125000"/>
              </a:lnSpc>
              <a:spcBef>
                <a:spcPts val="0"/>
              </a:spcBef>
              <a:spcAft>
                <a:spcPts val="600"/>
              </a:spcAft>
              <a:defRPr sz="1800"/>
            </a:lvl1pPr>
            <a:lvl2pPr marL="731520" indent="-283464">
              <a:lnSpc>
                <a:spcPct val="125000"/>
              </a:lnSpc>
              <a:spcBef>
                <a:spcPts val="0"/>
              </a:spcBef>
              <a:spcAft>
                <a:spcPts val="600"/>
              </a:spcAft>
              <a:defRPr sz="1800"/>
            </a:lvl2pPr>
            <a:lvl3pPr marL="1097280" indent="-283464">
              <a:lnSpc>
                <a:spcPct val="125000"/>
              </a:lnSpc>
              <a:spcBef>
                <a:spcPts val="0"/>
              </a:spcBef>
              <a:spcAft>
                <a:spcPts val="600"/>
              </a:spcAft>
              <a:defRPr sz="1800"/>
            </a:lvl3pPr>
            <a:lvl4pPr marL="1463040" indent="-283464">
              <a:lnSpc>
                <a:spcPct val="125000"/>
              </a:lnSpc>
              <a:spcBef>
                <a:spcPts val="0"/>
              </a:spcBef>
              <a:spcAft>
                <a:spcPts val="600"/>
              </a:spcAft>
              <a:defRPr sz="1800"/>
            </a:lvl4pPr>
            <a:lvl5pPr marL="1828800" indent="-283464">
              <a:lnSpc>
                <a:spcPct val="125000"/>
              </a:lnSpc>
              <a:spcBef>
                <a:spcPts val="0"/>
              </a:spcBef>
              <a:spcAft>
                <a:spcPts val="600"/>
              </a:spcAft>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D38E30C9-543F-4532-B571-2F2EF52E7A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17" name="Footer Placeholder 4">
            <a:extLst>
              <a:ext uri="{FF2B5EF4-FFF2-40B4-BE49-F238E27FC236}">
                <a16:creationId xmlns:a16="http://schemas.microsoft.com/office/drawing/2014/main" id="{9E2F8B6B-A63E-448F-86E5-CF3F12A297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8" name="Slide Number Placeholder 5">
            <a:extLst>
              <a:ext uri="{FF2B5EF4-FFF2-40B4-BE49-F238E27FC236}">
                <a16:creationId xmlns:a16="http://schemas.microsoft.com/office/drawing/2014/main" id="{5EC1D779-DE8A-45DF-9A79-70F63DD68B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3476491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AED10-F37C-48B3-A407-EDC6878C712E}"/>
              </a:ext>
            </a:extLst>
          </p:cNvPr>
          <p:cNvSpPr>
            <a:spLocks noGrp="1"/>
          </p:cNvSpPr>
          <p:nvPr>
            <p:ph type="title" hasCustomPrompt="1"/>
          </p:nvPr>
        </p:nvSpPr>
        <p:spPr>
          <a:xfrm>
            <a:off x="6647727" y="2060294"/>
            <a:ext cx="4359795" cy="2141316"/>
          </a:xfrm>
          <a:prstGeom prst="rect">
            <a:avLst/>
          </a:prstGeom>
          <a:ln w="28575">
            <a:solidFill>
              <a:schemeClr val="accent4">
                <a:lumMod val="50000"/>
              </a:schemeClr>
            </a:solidFill>
          </a:ln>
        </p:spPr>
        <p:txBody>
          <a:bodyPr anchor="ctr"/>
          <a:lstStyle>
            <a:lvl1pPr algn="ctr">
              <a:defRPr sz="2400" cap="all" spc="100" baseline="0">
                <a:solidFill>
                  <a:schemeClr val="accent4">
                    <a:lumMod val="50000"/>
                  </a:schemeClr>
                </a:solidFill>
              </a:defRPr>
            </a:lvl1pPr>
          </a:lstStyle>
          <a:p>
            <a:r>
              <a:rPr lang="en-US" dirty="0"/>
              <a:t>Add title</a:t>
            </a:r>
          </a:p>
        </p:txBody>
      </p:sp>
      <p:sp>
        <p:nvSpPr>
          <p:cNvPr id="9" name="Picture Placeholder 8">
            <a:extLst>
              <a:ext uri="{FF2B5EF4-FFF2-40B4-BE49-F238E27FC236}">
                <a16:creationId xmlns:a16="http://schemas.microsoft.com/office/drawing/2014/main" id="{0ED8B338-CD86-47FF-A4B9-9EE6A11AFBFD}"/>
              </a:ext>
            </a:extLst>
          </p:cNvPr>
          <p:cNvSpPr>
            <a:spLocks noGrp="1"/>
          </p:cNvSpPr>
          <p:nvPr>
            <p:ph type="pic" sz="quarter" idx="15" hasCustomPrompt="1"/>
          </p:nvPr>
        </p:nvSpPr>
        <p:spPr>
          <a:xfrm>
            <a:off x="0" y="-9009"/>
            <a:ext cx="5521124" cy="6878584"/>
          </a:xfrm>
          <a:prstGeom prst="rect">
            <a:avLst/>
          </a:prstGeom>
        </p:spPr>
        <p:txBody>
          <a:bodyPr/>
          <a:lstStyle>
            <a:lvl1pPr marL="0" indent="0" algn="ctr">
              <a:buNone/>
              <a:defRPr/>
            </a:lvl1pPr>
          </a:lstStyle>
          <a:p>
            <a:r>
              <a:rPr lang="en-US" dirty="0"/>
              <a:t>Click to add photo</a:t>
            </a:r>
          </a:p>
        </p:txBody>
      </p:sp>
      <p:sp>
        <p:nvSpPr>
          <p:cNvPr id="7" name="Text Placeholder 10">
            <a:extLst>
              <a:ext uri="{FF2B5EF4-FFF2-40B4-BE49-F238E27FC236}">
                <a16:creationId xmlns:a16="http://schemas.microsoft.com/office/drawing/2014/main" id="{F20D097E-45D7-422E-A8D1-635C7DE9A997}"/>
              </a:ext>
            </a:extLst>
          </p:cNvPr>
          <p:cNvSpPr>
            <a:spLocks noGrp="1"/>
          </p:cNvSpPr>
          <p:nvPr>
            <p:ph type="body" sz="quarter" idx="14" hasCustomPrompt="1"/>
          </p:nvPr>
        </p:nvSpPr>
        <p:spPr>
          <a:xfrm>
            <a:off x="6670878" y="4550199"/>
            <a:ext cx="4359795" cy="1790164"/>
          </a:xfrm>
          <a:prstGeom prst="rect">
            <a:avLst/>
          </a:prstGeom>
        </p:spPr>
        <p:txBody>
          <a:bodyPr anchor="t"/>
          <a:lstStyle>
            <a:lvl1pPr marL="0" indent="0" algn="ctr">
              <a:lnSpc>
                <a:spcPct val="80000"/>
              </a:lnSpc>
              <a:spcBef>
                <a:spcPts val="0"/>
              </a:spcBef>
              <a:buNone/>
              <a:defRPr sz="1800" b="1" cap="all" spc="100" baseline="0">
                <a:solidFill>
                  <a:schemeClr val="accent4">
                    <a:lumMod val="50000"/>
                  </a:schemeClr>
                </a:solidFill>
                <a:latin typeface="+mn-lt"/>
              </a:defRPr>
            </a:lvl1pPr>
          </a:lstStyle>
          <a:p>
            <a:pPr lvl="0"/>
            <a:r>
              <a:rPr lang="en-US" dirty="0"/>
              <a:t>Click to add text</a:t>
            </a:r>
          </a:p>
        </p:txBody>
      </p:sp>
      <p:sp>
        <p:nvSpPr>
          <p:cNvPr id="15" name="Date Placeholder 2">
            <a:extLst>
              <a:ext uri="{FF2B5EF4-FFF2-40B4-BE49-F238E27FC236}">
                <a16:creationId xmlns:a16="http://schemas.microsoft.com/office/drawing/2014/main" id="{19507D12-915D-42C7-9250-F3912C1CAEBE}"/>
              </a:ext>
            </a:extLst>
          </p:cNvPr>
          <p:cNvSpPr>
            <a:spLocks noGrp="1"/>
          </p:cNvSpPr>
          <p:nvPr>
            <p:ph type="dt" sz="half" idx="10"/>
          </p:nvPr>
        </p:nvSpPr>
        <p:spPr>
          <a:xfrm>
            <a:off x="838200" y="6356350"/>
            <a:ext cx="2743200" cy="365125"/>
          </a:xfrm>
          <a:prstGeom prst="rect">
            <a:avLst/>
          </a:prstGeom>
        </p:spPr>
        <p:txBody>
          <a:bodyPr/>
          <a:lstStyle>
            <a:lvl1pPr>
              <a:defRPr/>
            </a:lvl1pPr>
          </a:lstStyle>
          <a:p>
            <a:r>
              <a:rPr lang="en-US" dirty="0"/>
              <a:t>20XX</a:t>
            </a:r>
          </a:p>
        </p:txBody>
      </p:sp>
      <p:sp>
        <p:nvSpPr>
          <p:cNvPr id="12" name="Footer Placeholder 4">
            <a:extLst>
              <a:ext uri="{FF2B5EF4-FFF2-40B4-BE49-F238E27FC236}">
                <a16:creationId xmlns:a16="http://schemas.microsoft.com/office/drawing/2014/main" id="{14520C17-104B-4F9D-B1D8-2FA4676B3C15}"/>
              </a:ext>
            </a:extLst>
          </p:cNvPr>
          <p:cNvSpPr>
            <a:spLocks noGrp="1"/>
          </p:cNvSpPr>
          <p:nvPr>
            <p:ph type="ftr" sz="quarter" idx="3"/>
          </p:nvPr>
        </p:nvSpPr>
        <p:spPr>
          <a:xfrm>
            <a:off x="6473608" y="6356350"/>
            <a:ext cx="27432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219F9CF7-C4CD-4EEB-A49F-1820A981A249}"/>
              </a:ext>
            </a:extLst>
          </p:cNvPr>
          <p:cNvSpPr>
            <a:spLocks noGrp="1"/>
          </p:cNvSpPr>
          <p:nvPr>
            <p:ph type="sldNum" sz="quarter" idx="4"/>
          </p:nvPr>
        </p:nvSpPr>
        <p:spPr>
          <a:xfrm>
            <a:off x="9791700" y="6356350"/>
            <a:ext cx="15621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001912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ol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A5AC9-F6E1-46F9-8810-475475E17B9A}"/>
              </a:ext>
            </a:extLst>
          </p:cNvPr>
          <p:cNvSpPr>
            <a:spLocks noGrp="1"/>
          </p:cNvSpPr>
          <p:nvPr>
            <p:ph type="title" hasCustomPrompt="1"/>
          </p:nvPr>
        </p:nvSpPr>
        <p:spPr>
          <a:xfrm>
            <a:off x="5134980" y="706056"/>
            <a:ext cx="6323957" cy="1088020"/>
          </a:xfrm>
          <a:prstGeom prst="rect">
            <a:avLst/>
          </a:prstGeom>
          <a:ln w="28575">
            <a:solidFill>
              <a:schemeClr val="accent2"/>
            </a:solidFill>
          </a:ln>
        </p:spPr>
        <p:txBody>
          <a:bodyPr anchor="ctr"/>
          <a:lstStyle>
            <a:lvl1pPr algn="ctr">
              <a:defRPr sz="2400" cap="all" spc="100" baseline="0">
                <a:solidFill>
                  <a:schemeClr val="accent2"/>
                </a:solidFill>
              </a:defRPr>
            </a:lvl1pPr>
          </a:lstStyle>
          <a:p>
            <a:r>
              <a:rPr lang="en-US" dirty="0"/>
              <a:t>Title</a:t>
            </a:r>
          </a:p>
        </p:txBody>
      </p:sp>
      <p:sp>
        <p:nvSpPr>
          <p:cNvPr id="9" name="Picture Placeholder 8">
            <a:extLst>
              <a:ext uri="{FF2B5EF4-FFF2-40B4-BE49-F238E27FC236}">
                <a16:creationId xmlns:a16="http://schemas.microsoft.com/office/drawing/2014/main" id="{952C02D9-C262-43C0-BE24-402661B0594A}"/>
              </a:ext>
            </a:extLst>
          </p:cNvPr>
          <p:cNvSpPr>
            <a:spLocks noGrp="1"/>
          </p:cNvSpPr>
          <p:nvPr>
            <p:ph type="pic" sz="quarter" idx="10" hasCustomPrompt="1"/>
          </p:nvPr>
        </p:nvSpPr>
        <p:spPr>
          <a:xfrm>
            <a:off x="-1" y="0"/>
            <a:ext cx="4495801" cy="6858000"/>
          </a:xfrm>
          <a:prstGeom prst="rect">
            <a:avLst/>
          </a:prstGeom>
        </p:spPr>
        <p:txBody>
          <a:bodyPr/>
          <a:lstStyle>
            <a:lvl1pPr marL="0" indent="0" algn="ctr">
              <a:buNone/>
              <a:defRPr sz="2000"/>
            </a:lvl1pPr>
          </a:lstStyle>
          <a:p>
            <a:r>
              <a:rPr lang="en-US" dirty="0"/>
              <a:t>Click to add photo</a:t>
            </a:r>
          </a:p>
        </p:txBody>
      </p:sp>
      <p:sp>
        <p:nvSpPr>
          <p:cNvPr id="6" name="Content Placeholder 5">
            <a:extLst>
              <a:ext uri="{FF2B5EF4-FFF2-40B4-BE49-F238E27FC236}">
                <a16:creationId xmlns:a16="http://schemas.microsoft.com/office/drawing/2014/main" id="{3BC3273F-AE8F-21E6-A06E-52686D65496D}"/>
              </a:ext>
            </a:extLst>
          </p:cNvPr>
          <p:cNvSpPr>
            <a:spLocks noGrp="1"/>
          </p:cNvSpPr>
          <p:nvPr>
            <p:ph sz="quarter" idx="11" hasCustomPrompt="1"/>
          </p:nvPr>
        </p:nvSpPr>
        <p:spPr>
          <a:xfrm>
            <a:off x="5135563" y="2291786"/>
            <a:ext cx="301783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A011C768-FB8E-F917-0CF9-C9B7DA4CAA62}"/>
              </a:ext>
            </a:extLst>
          </p:cNvPr>
          <p:cNvSpPr>
            <a:spLocks noGrp="1"/>
          </p:cNvSpPr>
          <p:nvPr>
            <p:ph sz="quarter" idx="12" hasCustomPrompt="1"/>
          </p:nvPr>
        </p:nvSpPr>
        <p:spPr>
          <a:xfrm>
            <a:off x="8473281" y="2294680"/>
            <a:ext cx="3136127" cy="3967224"/>
          </a:xfrm>
          <a:prstGeom prst="rect">
            <a:avLst/>
          </a:prstGeom>
        </p:spPr>
        <p:txBody>
          <a:bodyPr/>
          <a:lstStyle>
            <a:lvl1pPr marL="0" indent="0">
              <a:lnSpc>
                <a:spcPct val="125000"/>
              </a:lnSpc>
              <a:spcBef>
                <a:spcPts val="0"/>
              </a:spcBef>
              <a:spcAft>
                <a:spcPts val="600"/>
              </a:spcAft>
              <a:buNone/>
              <a:defRPr sz="1800" spc="100" baseline="0"/>
            </a:lvl1pPr>
            <a:lvl2pPr marL="283464" indent="-283464">
              <a:lnSpc>
                <a:spcPct val="125000"/>
              </a:lnSpc>
              <a:spcBef>
                <a:spcPts val="0"/>
              </a:spcBef>
              <a:spcAft>
                <a:spcPts val="600"/>
              </a:spcAft>
              <a:defRPr sz="1800" spc="100" baseline="0"/>
            </a:lvl2pPr>
            <a:lvl3pPr marL="685800" indent="-283464">
              <a:lnSpc>
                <a:spcPct val="125000"/>
              </a:lnSpc>
              <a:spcBef>
                <a:spcPts val="0"/>
              </a:spcBef>
              <a:spcAft>
                <a:spcPts val="600"/>
              </a:spcAft>
              <a:defRPr sz="1800" spc="100" baseline="0"/>
            </a:lvl3pPr>
            <a:lvl4pPr marL="1143000" indent="-283464">
              <a:lnSpc>
                <a:spcPct val="125000"/>
              </a:lnSpc>
              <a:spcBef>
                <a:spcPts val="0"/>
              </a:spcBef>
              <a:spcAft>
                <a:spcPts val="600"/>
              </a:spcAft>
              <a:defRPr sz="1800" spc="100" baseline="0"/>
            </a:lvl4pPr>
            <a:lvl5pPr marL="1600200" indent="-283464">
              <a:lnSpc>
                <a:spcPct val="125000"/>
              </a:lnSpc>
              <a:spcBef>
                <a:spcPts val="0"/>
              </a:spcBef>
              <a:spcAft>
                <a:spcPts val="60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Date Placeholder 3">
            <a:extLst>
              <a:ext uri="{FF2B5EF4-FFF2-40B4-BE49-F238E27FC236}">
                <a16:creationId xmlns:a16="http://schemas.microsoft.com/office/drawing/2014/main" id="{61AB9D5A-1951-48B0-9CAE-84FC869BE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31" name="Footer Placeholder 4">
            <a:extLst>
              <a:ext uri="{FF2B5EF4-FFF2-40B4-BE49-F238E27FC236}">
                <a16:creationId xmlns:a16="http://schemas.microsoft.com/office/drawing/2014/main" id="{3AEF9F4B-0EB4-4C9F-9159-80E393F3A1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32" name="Slide Number Placeholder 5">
            <a:extLst>
              <a:ext uri="{FF2B5EF4-FFF2-40B4-BE49-F238E27FC236}">
                <a16:creationId xmlns:a16="http://schemas.microsoft.com/office/drawing/2014/main" id="{6BC4F905-196D-4DFF-9947-C56088B56F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031209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oduct Overvie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D970D0-182D-96E3-04B5-5D634F9C4F08}"/>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6AEFB40-063A-41A7-9581-865BBE62C3C5}"/>
              </a:ext>
            </a:extLst>
          </p:cNvPr>
          <p:cNvSpPr>
            <a:spLocks noGrp="1"/>
          </p:cNvSpPr>
          <p:nvPr>
            <p:ph type="title" hasCustomPrompt="1"/>
          </p:nvPr>
        </p:nvSpPr>
        <p:spPr>
          <a:xfrm>
            <a:off x="838200" y="226143"/>
            <a:ext cx="10515600" cy="1229033"/>
          </a:xfrm>
          <a:prstGeom prst="rect">
            <a:avLst/>
          </a:prstGeom>
        </p:spPr>
        <p:txBody>
          <a:bodyPr anchor="b"/>
          <a:lstStyle>
            <a:lvl1pPr algn="ctr">
              <a:defRPr sz="2400" cap="all" spc="100" baseline="0">
                <a:solidFill>
                  <a:schemeClr val="tx2">
                    <a:lumMod val="75000"/>
                  </a:schemeClr>
                </a:solidFill>
              </a:defRPr>
            </a:lvl1pPr>
          </a:lstStyle>
          <a:p>
            <a:r>
              <a:rPr lang="en-US" dirty="0"/>
              <a:t>Click to add title</a:t>
            </a:r>
          </a:p>
        </p:txBody>
      </p:sp>
      <p:sp>
        <p:nvSpPr>
          <p:cNvPr id="8" name="Content Placeholder 7">
            <a:extLst>
              <a:ext uri="{FF2B5EF4-FFF2-40B4-BE49-F238E27FC236}">
                <a16:creationId xmlns:a16="http://schemas.microsoft.com/office/drawing/2014/main" id="{9E453354-6167-7227-F443-F984688CC493}"/>
              </a:ext>
            </a:extLst>
          </p:cNvPr>
          <p:cNvSpPr>
            <a:spLocks noGrp="1"/>
          </p:cNvSpPr>
          <p:nvPr>
            <p:ph sz="quarter" idx="10" hasCustomPrompt="1"/>
          </p:nvPr>
        </p:nvSpPr>
        <p:spPr>
          <a:xfrm>
            <a:off x="849775" y="2858625"/>
            <a:ext cx="3941763" cy="3338513"/>
          </a:xfrm>
          <a:prstGeom prst="rect">
            <a:avLst/>
          </a:prstGeom>
        </p:spPr>
        <p:txBody>
          <a:bodyPr/>
          <a:lstStyle>
            <a:lvl1pPr marL="347472" indent="-347472">
              <a:lnSpc>
                <a:spcPct val="125000"/>
              </a:lnSpc>
              <a:spcBef>
                <a:spcPts val="0"/>
              </a:spcBef>
              <a:spcAft>
                <a:spcPts val="600"/>
              </a:spcAft>
              <a:buFont typeface="+mj-lt"/>
              <a:buAutoNum type="arabicPeriod"/>
              <a:defRPr sz="1800" spc="100" baseline="0"/>
            </a:lvl1pPr>
            <a:lvl2pPr marL="685800" indent="-347472">
              <a:lnSpc>
                <a:spcPct val="125000"/>
              </a:lnSpc>
              <a:spcBef>
                <a:spcPts val="0"/>
              </a:spcBef>
              <a:spcAft>
                <a:spcPts val="600"/>
              </a:spcAft>
              <a:buFont typeface="+mj-lt"/>
              <a:buAutoNum type="alphaLcPeriod"/>
              <a:defRPr sz="1600" spc="100" baseline="0"/>
            </a:lvl2pPr>
            <a:lvl3pPr marL="1143000" indent="-347472">
              <a:lnSpc>
                <a:spcPct val="125000"/>
              </a:lnSpc>
              <a:spcBef>
                <a:spcPts val="0"/>
              </a:spcBef>
              <a:spcAft>
                <a:spcPts val="600"/>
              </a:spcAft>
              <a:buFont typeface="+mj-lt"/>
              <a:buAutoNum type="arabicParenR"/>
              <a:defRPr sz="1400" spc="100" baseline="0"/>
            </a:lvl3pPr>
            <a:lvl4pPr marL="1600200" indent="-347472">
              <a:lnSpc>
                <a:spcPct val="125000"/>
              </a:lnSpc>
              <a:spcBef>
                <a:spcPts val="0"/>
              </a:spcBef>
              <a:spcAft>
                <a:spcPts val="600"/>
              </a:spcAft>
              <a:buFont typeface="+mj-lt"/>
              <a:buAutoNum type="alphaLcParenR"/>
              <a:defRPr sz="1200" spc="100" baseline="0"/>
            </a:lvl4pPr>
            <a:lvl5pPr marL="2057400" indent="-347472">
              <a:lnSpc>
                <a:spcPct val="125000"/>
              </a:lnSpc>
              <a:spcBef>
                <a:spcPts val="0"/>
              </a:spcBef>
              <a:spcAft>
                <a:spcPts val="600"/>
              </a:spcAft>
              <a:buFont typeface="+mj-lt"/>
              <a:buAutoNum type="romanLcPeriod"/>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7">
            <a:extLst>
              <a:ext uri="{FF2B5EF4-FFF2-40B4-BE49-F238E27FC236}">
                <a16:creationId xmlns:a16="http://schemas.microsoft.com/office/drawing/2014/main" id="{DDA14B5C-C6A4-65FB-34DD-E1C0FF465FF7}"/>
              </a:ext>
            </a:extLst>
          </p:cNvPr>
          <p:cNvSpPr>
            <a:spLocks noGrp="1"/>
          </p:cNvSpPr>
          <p:nvPr>
            <p:ph sz="quarter" idx="11" hasCustomPrompt="1"/>
          </p:nvPr>
        </p:nvSpPr>
        <p:spPr>
          <a:xfrm>
            <a:off x="5342681" y="2858625"/>
            <a:ext cx="6011119" cy="3338513"/>
          </a:xfrm>
          <a:prstGeom prst="rect">
            <a:avLst/>
          </a:prstGeom>
        </p:spPr>
        <p:txBody>
          <a:bodyPr/>
          <a:lstStyle>
            <a:lvl1pPr marL="0" indent="0">
              <a:lnSpc>
                <a:spcPct val="125000"/>
              </a:lnSpc>
              <a:spcBef>
                <a:spcPts val="0"/>
              </a:spcBef>
              <a:spcAft>
                <a:spcPts val="600"/>
              </a:spcAft>
              <a:buFont typeface="+mj-lt"/>
              <a:buNone/>
              <a:defRPr sz="1800" spc="100" baseline="0"/>
            </a:lvl1pPr>
            <a:lvl2pPr marL="285750" indent="-285750">
              <a:lnSpc>
                <a:spcPct val="125000"/>
              </a:lnSpc>
              <a:spcBef>
                <a:spcPts val="0"/>
              </a:spcBef>
              <a:spcAft>
                <a:spcPts val="600"/>
              </a:spcAft>
              <a:buFont typeface="Arial" panose="020B0604020202020204" pitchFamily="34" charset="0"/>
              <a:buChar char="•"/>
              <a:defRPr sz="1800" spc="100" baseline="0"/>
            </a:lvl2pPr>
            <a:lvl3pPr marL="685800" indent="-285750">
              <a:lnSpc>
                <a:spcPct val="125000"/>
              </a:lnSpc>
              <a:spcBef>
                <a:spcPts val="0"/>
              </a:spcBef>
              <a:spcAft>
                <a:spcPts val="600"/>
              </a:spcAft>
              <a:buFont typeface="Arial" panose="020B0604020202020204" pitchFamily="34" charset="0"/>
              <a:buChar char="•"/>
              <a:defRPr sz="1800" spc="100" baseline="0"/>
            </a:lvl3pPr>
            <a:lvl4pPr marL="1143000" indent="-285750">
              <a:lnSpc>
                <a:spcPct val="125000"/>
              </a:lnSpc>
              <a:spcBef>
                <a:spcPts val="0"/>
              </a:spcBef>
              <a:spcAft>
                <a:spcPts val="600"/>
              </a:spcAft>
              <a:buFont typeface="Arial" panose="020B0604020202020204" pitchFamily="34" charset="0"/>
              <a:buChar char="•"/>
              <a:defRPr sz="1800" spc="100" baseline="0"/>
            </a:lvl4pPr>
            <a:lvl5pPr marL="1600200" indent="-285750">
              <a:lnSpc>
                <a:spcPct val="125000"/>
              </a:lnSpc>
              <a:spcBef>
                <a:spcPts val="0"/>
              </a:spcBef>
              <a:spcAft>
                <a:spcPts val="600"/>
              </a:spcAft>
              <a:buFont typeface="Arial" panose="020B0604020202020204" pitchFamily="34" charset="0"/>
              <a:buChar char="•"/>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Date Placeholder 3">
            <a:extLst>
              <a:ext uri="{FF2B5EF4-FFF2-40B4-BE49-F238E27FC236}">
                <a16:creationId xmlns:a16="http://schemas.microsoft.com/office/drawing/2014/main" id="{573EDDB2-8AC2-4A88-95EE-20082E77DE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41" name="Footer Placeholder 4">
            <a:extLst>
              <a:ext uri="{FF2B5EF4-FFF2-40B4-BE49-F238E27FC236}">
                <a16:creationId xmlns:a16="http://schemas.microsoft.com/office/drawing/2014/main" id="{325A34CF-B8DC-4A28-86BC-8D450E3D3C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42" name="Slide Number Placeholder 5">
            <a:extLst>
              <a:ext uri="{FF2B5EF4-FFF2-40B4-BE49-F238E27FC236}">
                <a16:creationId xmlns:a16="http://schemas.microsoft.com/office/drawing/2014/main" id="{3F009426-0603-4EF7-8DE1-0CA50818F7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147655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bout U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1E109A-BBBE-498A-AC65-464AAF5710C4}"/>
              </a:ext>
            </a:extLst>
          </p:cNvPr>
          <p:cNvSpPr>
            <a:spLocks noGrp="1"/>
          </p:cNvSpPr>
          <p:nvPr>
            <p:ph type="title" hasCustomPrompt="1"/>
          </p:nvPr>
        </p:nvSpPr>
        <p:spPr>
          <a:xfrm>
            <a:off x="914400" y="766915"/>
            <a:ext cx="2782529" cy="2163098"/>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title</a:t>
            </a:r>
          </a:p>
        </p:txBody>
      </p:sp>
      <p:sp>
        <p:nvSpPr>
          <p:cNvPr id="10" name="Text Placeholder 10">
            <a:extLst>
              <a:ext uri="{FF2B5EF4-FFF2-40B4-BE49-F238E27FC236}">
                <a16:creationId xmlns:a16="http://schemas.microsoft.com/office/drawing/2014/main" id="{7408009F-7441-4960-8688-598E5537784A}"/>
              </a:ext>
            </a:extLst>
          </p:cNvPr>
          <p:cNvSpPr>
            <a:spLocks noGrp="1"/>
          </p:cNvSpPr>
          <p:nvPr>
            <p:ph type="body" sz="quarter" idx="12" hasCustomPrompt="1"/>
          </p:nvPr>
        </p:nvSpPr>
        <p:spPr>
          <a:xfrm>
            <a:off x="4864796" y="960385"/>
            <a:ext cx="6341212" cy="1969628"/>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8" name="Picture Placeholder 7">
            <a:extLst>
              <a:ext uri="{FF2B5EF4-FFF2-40B4-BE49-F238E27FC236}">
                <a16:creationId xmlns:a16="http://schemas.microsoft.com/office/drawing/2014/main" id="{0721A019-F5C2-4A15-A6AE-C03209D1D7DB}"/>
              </a:ext>
            </a:extLst>
          </p:cNvPr>
          <p:cNvSpPr>
            <a:spLocks noGrp="1"/>
          </p:cNvSpPr>
          <p:nvPr>
            <p:ph type="pic" sz="quarter" idx="10" hasCustomPrompt="1"/>
          </p:nvPr>
        </p:nvSpPr>
        <p:spPr>
          <a:xfrm>
            <a:off x="0" y="3716594"/>
            <a:ext cx="12192000" cy="3141406"/>
          </a:xfrm>
          <a:prstGeom prst="rect">
            <a:avLst/>
          </a:prstGeom>
        </p:spPr>
        <p:txBody>
          <a:bodyPr/>
          <a:lstStyle>
            <a:lvl1pPr marL="0" indent="0" algn="ctr">
              <a:buNone/>
              <a:defRPr/>
            </a:lvl1pPr>
          </a:lstStyle>
          <a:p>
            <a:r>
              <a:rPr lang="en-US" dirty="0"/>
              <a:t>Click to add photo</a:t>
            </a:r>
          </a:p>
        </p:txBody>
      </p:sp>
      <p:sp>
        <p:nvSpPr>
          <p:cNvPr id="11" name="Date Placeholder 3">
            <a:extLst>
              <a:ext uri="{FF2B5EF4-FFF2-40B4-BE49-F238E27FC236}">
                <a16:creationId xmlns:a16="http://schemas.microsoft.com/office/drawing/2014/main" id="{CFE1DF53-32D0-456E-8221-7FCD23325D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1"/>
                </a:solidFill>
                <a:effectLst>
                  <a:outerShdw blurRad="38100" dist="38100" dir="2700000" algn="tl">
                    <a:srgbClr val="000000">
                      <a:alpha val="43137"/>
                    </a:srgbClr>
                  </a:outerShdw>
                </a:effectLst>
              </a:defRPr>
            </a:lvl1pPr>
          </a:lstStyle>
          <a:p>
            <a:r>
              <a:rPr lang="en-US" dirty="0"/>
              <a:t>20XX</a:t>
            </a:r>
          </a:p>
        </p:txBody>
      </p:sp>
      <p:sp>
        <p:nvSpPr>
          <p:cNvPr id="12" name="Footer Placeholder 4">
            <a:extLst>
              <a:ext uri="{FF2B5EF4-FFF2-40B4-BE49-F238E27FC236}">
                <a16:creationId xmlns:a16="http://schemas.microsoft.com/office/drawing/2014/main" id="{DC108F1B-58C5-43B6-8251-B1392CA9A80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1"/>
                </a:solidFill>
                <a:effectLst>
                  <a:outerShdw blurRad="38100" dist="38100" dir="2700000" algn="tl">
                    <a:srgbClr val="000000">
                      <a:alpha val="43137"/>
                    </a:srgbClr>
                  </a:outerShdw>
                </a:effectLst>
                <a:latin typeface="+mj-lt"/>
              </a:defRPr>
            </a:lvl1pPr>
          </a:lstStyle>
          <a:p>
            <a:r>
              <a:rPr lang="en-US" dirty="0"/>
              <a:t>Pitch deck</a:t>
            </a:r>
          </a:p>
        </p:txBody>
      </p:sp>
      <p:sp>
        <p:nvSpPr>
          <p:cNvPr id="13" name="Slide Number Placeholder 5">
            <a:extLst>
              <a:ext uri="{FF2B5EF4-FFF2-40B4-BE49-F238E27FC236}">
                <a16:creationId xmlns:a16="http://schemas.microsoft.com/office/drawing/2014/main" id="{C530B1E0-03D4-4E5B-A2A7-903B17B306C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691211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nancial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E5E8994-67B0-7A02-C300-3232691564F0}"/>
              </a:ext>
              <a:ext uri="{C183D7F6-B498-43B3-948B-1728B52AA6E4}">
                <adec:decorative xmlns:adec="http://schemas.microsoft.com/office/drawing/2017/decorative" val="1"/>
              </a:ext>
            </a:extLst>
          </p:cNvPr>
          <p:cNvSpPr/>
          <p:nvPr userDrawn="1"/>
        </p:nvSpPr>
        <p:spPr>
          <a:xfrm>
            <a:off x="4532671" y="0"/>
            <a:ext cx="7659329" cy="6858000"/>
          </a:xfrm>
          <a:prstGeom prst="rect">
            <a:avLst/>
          </a:prstGeom>
          <a:solidFill>
            <a:schemeClr val="accent2">
              <a:lumMod val="40000"/>
              <a:lumOff val="6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D96D4A-16D3-4C35-A383-2DF039D54CF4}"/>
              </a:ext>
            </a:extLst>
          </p:cNvPr>
          <p:cNvSpPr>
            <a:spLocks noGrp="1"/>
          </p:cNvSpPr>
          <p:nvPr>
            <p:ph type="title" hasCustomPrompt="1"/>
          </p:nvPr>
        </p:nvSpPr>
        <p:spPr>
          <a:xfrm>
            <a:off x="933791" y="787869"/>
            <a:ext cx="2743200" cy="2142144"/>
          </a:xfrm>
          <a:prstGeom prst="rect">
            <a:avLst/>
          </a:prstGeom>
          <a:ln w="28575">
            <a:solidFill>
              <a:schemeClr val="accent2"/>
            </a:solidFill>
          </a:ln>
        </p:spPr>
        <p:txBody>
          <a:bodyPr anchor="ctr"/>
          <a:lstStyle>
            <a:lvl1pPr algn="ctr">
              <a:lnSpc>
                <a:spcPct val="100000"/>
              </a:lnSpc>
              <a:defRPr sz="2400" cap="all" spc="100" baseline="0">
                <a:solidFill>
                  <a:schemeClr val="accent2"/>
                </a:solidFill>
              </a:defRPr>
            </a:lvl1pPr>
          </a:lstStyle>
          <a:p>
            <a:r>
              <a:rPr lang="en-US" dirty="0"/>
              <a:t>Click to add title</a:t>
            </a:r>
          </a:p>
        </p:txBody>
      </p:sp>
      <p:sp>
        <p:nvSpPr>
          <p:cNvPr id="12" name="Text Placeholder 11">
            <a:extLst>
              <a:ext uri="{FF2B5EF4-FFF2-40B4-BE49-F238E27FC236}">
                <a16:creationId xmlns:a16="http://schemas.microsoft.com/office/drawing/2014/main" id="{2EA6B5C4-24E3-C021-071B-DFF6C6CC497B}"/>
              </a:ext>
            </a:extLst>
          </p:cNvPr>
          <p:cNvSpPr>
            <a:spLocks noGrp="1"/>
          </p:cNvSpPr>
          <p:nvPr>
            <p:ph type="body" sz="quarter" idx="16" hasCustomPrompt="1"/>
          </p:nvPr>
        </p:nvSpPr>
        <p:spPr>
          <a:xfrm>
            <a:off x="933449" y="3429000"/>
            <a:ext cx="2920796" cy="2927350"/>
          </a:xfrm>
          <a:prstGeom prst="rect">
            <a:avLst/>
          </a:prstGeom>
        </p:spPr>
        <p:txBody>
          <a:bodyPr/>
          <a:lstStyle>
            <a:lvl1pPr marL="0" indent="0">
              <a:lnSpc>
                <a:spcPct val="125000"/>
              </a:lnSpc>
              <a:spcBef>
                <a:spcPts val="0"/>
              </a:spcBef>
              <a:spcAft>
                <a:spcPts val="600"/>
              </a:spcAft>
              <a:buNone/>
              <a:defRPr sz="1800" spc="100" baseline="0"/>
            </a:lvl1pPr>
            <a:lvl2pPr marL="457200" indent="0">
              <a:lnSpc>
                <a:spcPct val="125000"/>
              </a:lnSpc>
              <a:spcBef>
                <a:spcPts val="0"/>
              </a:spcBef>
              <a:spcAft>
                <a:spcPts val="600"/>
              </a:spcAft>
              <a:buNone/>
              <a:defRPr sz="1600" spc="100" baseline="0"/>
            </a:lvl2pPr>
            <a:lvl3pPr marL="914400" indent="0">
              <a:lnSpc>
                <a:spcPct val="125000"/>
              </a:lnSpc>
              <a:spcBef>
                <a:spcPts val="0"/>
              </a:spcBef>
              <a:spcAft>
                <a:spcPts val="600"/>
              </a:spcAft>
              <a:buNone/>
              <a:defRPr sz="1400" spc="100" baseline="0"/>
            </a:lvl3pPr>
            <a:lvl4pPr marL="1371600" indent="0">
              <a:lnSpc>
                <a:spcPct val="125000"/>
              </a:lnSpc>
              <a:spcBef>
                <a:spcPts val="0"/>
              </a:spcBef>
              <a:spcAft>
                <a:spcPts val="600"/>
              </a:spcAft>
              <a:buNone/>
              <a:defRPr sz="1200" spc="100" baseline="0"/>
            </a:lvl4pPr>
            <a:lvl5pPr marL="1828800" indent="0">
              <a:lnSpc>
                <a:spcPct val="125000"/>
              </a:lnSpc>
              <a:spcBef>
                <a:spcPts val="0"/>
              </a:spcBef>
              <a:spcAft>
                <a:spcPts val="600"/>
              </a:spcAft>
              <a:buNone/>
              <a:defRPr sz="12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FF255611-8280-41F3-A5FA-821E144AEAE7}"/>
              </a:ext>
            </a:extLst>
          </p:cNvPr>
          <p:cNvSpPr>
            <a:spLocks noGrp="1"/>
          </p:cNvSpPr>
          <p:nvPr>
            <p:ph sz="quarter" idx="15" hasCustomPrompt="1"/>
          </p:nvPr>
        </p:nvSpPr>
        <p:spPr>
          <a:xfrm>
            <a:off x="5220928" y="787869"/>
            <a:ext cx="6292646" cy="5432263"/>
          </a:xfrm>
          <a:prstGeom prst="rect">
            <a:avLst/>
          </a:prstGeom>
        </p:spPr>
        <p:txBody>
          <a:bodyPr/>
          <a:lstStyle>
            <a:lvl1pPr marL="0" indent="0" algn="ctr">
              <a:buNone/>
              <a:defRPr sz="1800" cap="all" baseline="0">
                <a:solidFill>
                  <a:schemeClr val="tx1"/>
                </a:solidFill>
              </a:defRPr>
            </a:lvl1pPr>
            <a:lvl2pPr marL="457200" indent="0">
              <a:buNone/>
              <a:defRPr sz="1600" cap="all" baseline="0">
                <a:solidFill>
                  <a:schemeClr val="accent5">
                    <a:lumMod val="50000"/>
                  </a:schemeClr>
                </a:solidFill>
              </a:defRPr>
            </a:lvl2pPr>
            <a:lvl3pPr marL="914400" indent="0">
              <a:buNone/>
              <a:defRPr sz="1400" cap="all" baseline="0">
                <a:solidFill>
                  <a:schemeClr val="accent5">
                    <a:lumMod val="50000"/>
                  </a:schemeClr>
                </a:solidFill>
              </a:defRPr>
            </a:lvl3pPr>
            <a:lvl4pPr marL="1371600" indent="0">
              <a:buNone/>
              <a:defRPr sz="1200" cap="all" baseline="0">
                <a:solidFill>
                  <a:schemeClr val="accent5">
                    <a:lumMod val="50000"/>
                  </a:schemeClr>
                </a:solidFill>
              </a:defRPr>
            </a:lvl4pPr>
            <a:lvl5pPr marL="1828800" indent="0">
              <a:buNone/>
              <a:defRPr sz="1200" cap="all" baseline="0">
                <a:solidFill>
                  <a:schemeClr val="accent5">
                    <a:lumMod val="50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33453DB9-3C4B-4136-96D2-08A7D5AD418F}"/>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81464841-801A-499A-BFD2-9731D2D89C25}"/>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F9C78F9D-CD73-4D53-A871-D6C0B643A68D}"/>
              </a:ext>
            </a:extLst>
          </p:cNvPr>
          <p:cNvSpPr>
            <a:spLocks noGrp="1"/>
          </p:cNvSpPr>
          <p:nvPr>
            <p:ph type="sldNum" sz="quarter" idx="12"/>
          </p:nvPr>
        </p:nvSpPr>
        <p:spPr>
          <a:xfrm>
            <a:off x="8610600" y="6356350"/>
            <a:ext cx="2743200" cy="365125"/>
          </a:xfrm>
          <a:prstGeom prst="rect">
            <a:avLst/>
          </a:prstGeom>
        </p:spPr>
        <p:txBody>
          <a:bodyPr/>
          <a:lstStyle>
            <a:lvl1pPr>
              <a:defRPr>
                <a:solidFill>
                  <a:schemeClr val="bg1"/>
                </a:solidFill>
                <a:effectLst>
                  <a:outerShdw blurRad="38100" dist="38100" dir="2700000" algn="tl">
                    <a:srgbClr val="000000">
                      <a:alpha val="43137"/>
                    </a:srgbClr>
                  </a:outerShdw>
                </a:effectLst>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1378806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ur Compet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225E-57F6-4605-A684-F9B30F1F664E}"/>
              </a:ext>
            </a:extLst>
          </p:cNvPr>
          <p:cNvSpPr>
            <a:spLocks noGrp="1"/>
          </p:cNvSpPr>
          <p:nvPr>
            <p:ph type="title" hasCustomPrompt="1"/>
          </p:nvPr>
        </p:nvSpPr>
        <p:spPr>
          <a:xfrm>
            <a:off x="-10559" y="1"/>
            <a:ext cx="4952999" cy="2182482"/>
          </a:xfrm>
          <a:prstGeom prst="rect">
            <a:avLst/>
          </a:prstGeom>
          <a:solidFill>
            <a:schemeClr val="accent2">
              <a:alpha val="92000"/>
            </a:schemeClr>
          </a:solidFill>
        </p:spPr>
        <p:txBody>
          <a:bodyPr lIns="731520" rIns="731520" anchor="ctr"/>
          <a:lstStyle>
            <a:lvl1pPr algn="ctr">
              <a:defRPr sz="2400" cap="all" spc="100" baseline="0">
                <a:solidFill>
                  <a:schemeClr val="bg1"/>
                </a:solidFill>
              </a:defRPr>
            </a:lvl1pPr>
          </a:lstStyle>
          <a:p>
            <a:r>
              <a:rPr lang="en-US" dirty="0"/>
              <a:t>Click to add title</a:t>
            </a:r>
          </a:p>
        </p:txBody>
      </p:sp>
      <p:sp>
        <p:nvSpPr>
          <p:cNvPr id="7" name="Picture Placeholder 8">
            <a:extLst>
              <a:ext uri="{FF2B5EF4-FFF2-40B4-BE49-F238E27FC236}">
                <a16:creationId xmlns:a16="http://schemas.microsoft.com/office/drawing/2014/main" id="{C93927AF-DF09-4CE5-8767-B2ECF0215BF5}"/>
              </a:ext>
            </a:extLst>
          </p:cNvPr>
          <p:cNvSpPr>
            <a:spLocks noGrp="1"/>
          </p:cNvSpPr>
          <p:nvPr>
            <p:ph type="pic" sz="quarter" idx="10" hasCustomPrompt="1"/>
          </p:nvPr>
        </p:nvSpPr>
        <p:spPr>
          <a:xfrm>
            <a:off x="4942932" y="0"/>
            <a:ext cx="7249067" cy="2182483"/>
          </a:xfrm>
          <a:prstGeom prst="rect">
            <a:avLst/>
          </a:prstGeom>
        </p:spPr>
        <p:txBody>
          <a:bodyPr/>
          <a:lstStyle>
            <a:lvl1pPr marL="0" indent="0" algn="ctr">
              <a:buNone/>
              <a:defRPr/>
            </a:lvl1pPr>
          </a:lstStyle>
          <a:p>
            <a:r>
              <a:rPr lang="en-US" dirty="0"/>
              <a:t>Click to add photo</a:t>
            </a:r>
          </a:p>
        </p:txBody>
      </p:sp>
      <p:sp>
        <p:nvSpPr>
          <p:cNvPr id="11" name="Text Placeholder 10">
            <a:extLst>
              <a:ext uri="{FF2B5EF4-FFF2-40B4-BE49-F238E27FC236}">
                <a16:creationId xmlns:a16="http://schemas.microsoft.com/office/drawing/2014/main" id="{FE8D114B-8AAB-41D6-AFCF-750066A65291}"/>
              </a:ext>
            </a:extLst>
          </p:cNvPr>
          <p:cNvSpPr>
            <a:spLocks noGrp="1"/>
          </p:cNvSpPr>
          <p:nvPr>
            <p:ph type="body" sz="quarter" idx="12" hasCustomPrompt="1"/>
          </p:nvPr>
        </p:nvSpPr>
        <p:spPr>
          <a:xfrm>
            <a:off x="819728" y="2924355"/>
            <a:ext cx="3769525" cy="3300645"/>
          </a:xfrm>
          <a:prstGeom prst="rect">
            <a:avLst/>
          </a:prstGeom>
        </p:spPr>
        <p:txBody>
          <a:bodyPr anchor="t"/>
          <a:lstStyle>
            <a:lvl1pPr marL="0" indent="0" algn="l">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6" name="Content Placeholder 5">
            <a:extLst>
              <a:ext uri="{FF2B5EF4-FFF2-40B4-BE49-F238E27FC236}">
                <a16:creationId xmlns:a16="http://schemas.microsoft.com/office/drawing/2014/main" id="{46E5C19A-AE6A-FEDE-6B3C-9B1701F4C501}"/>
              </a:ext>
            </a:extLst>
          </p:cNvPr>
          <p:cNvSpPr>
            <a:spLocks noGrp="1"/>
          </p:cNvSpPr>
          <p:nvPr>
            <p:ph sz="quarter" idx="13" hasCustomPrompt="1"/>
          </p:nvPr>
        </p:nvSpPr>
        <p:spPr>
          <a:xfrm>
            <a:off x="4933262" y="2932801"/>
            <a:ext cx="6411912" cy="3300851"/>
          </a:xfrm>
          <a:prstGeom prst="rect">
            <a:avLst/>
          </a:prstGeom>
        </p:spPr>
        <p:txBody>
          <a:bodyPr/>
          <a:lstStyle>
            <a:lvl1pPr marL="283464" indent="-283464">
              <a:lnSpc>
                <a:spcPct val="125000"/>
              </a:lnSpc>
              <a:spcBef>
                <a:spcPts val="0"/>
              </a:spcBef>
              <a:spcAft>
                <a:spcPts val="0"/>
              </a:spcAft>
              <a:defRPr sz="1800" spc="100" baseline="0"/>
            </a:lvl1pPr>
            <a:lvl2pPr marL="914400" indent="-283464">
              <a:lnSpc>
                <a:spcPct val="125000"/>
              </a:lnSpc>
              <a:spcBef>
                <a:spcPts val="0"/>
              </a:spcBef>
              <a:spcAft>
                <a:spcPts val="0"/>
              </a:spcAft>
              <a:defRPr sz="1800" spc="100" baseline="0"/>
            </a:lvl2pPr>
            <a:lvl3pPr marL="1371600" indent="-283464">
              <a:lnSpc>
                <a:spcPct val="125000"/>
              </a:lnSpc>
              <a:spcBef>
                <a:spcPts val="0"/>
              </a:spcBef>
              <a:spcAft>
                <a:spcPts val="0"/>
              </a:spcAft>
              <a:defRPr sz="1800" spc="100" baseline="0"/>
            </a:lvl3pPr>
            <a:lvl4pPr marL="1828800" indent="-283464">
              <a:lnSpc>
                <a:spcPct val="125000"/>
              </a:lnSpc>
              <a:spcBef>
                <a:spcPts val="0"/>
              </a:spcBef>
              <a:spcAft>
                <a:spcPts val="0"/>
              </a:spcAft>
              <a:defRPr sz="1800" spc="100" baseline="0"/>
            </a:lvl4pPr>
            <a:lvl5pPr marL="2286000" indent="-283464">
              <a:lnSpc>
                <a:spcPct val="125000"/>
              </a:lnSpc>
              <a:spcBef>
                <a:spcPts val="0"/>
              </a:spcBef>
              <a:spcAft>
                <a:spcPts val="0"/>
              </a:spcAft>
              <a:defRPr sz="1800" spc="10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3">
            <a:extLst>
              <a:ext uri="{FF2B5EF4-FFF2-40B4-BE49-F238E27FC236}">
                <a16:creationId xmlns:a16="http://schemas.microsoft.com/office/drawing/2014/main" id="{8751D887-2419-4911-A7CC-9B5A598D71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9" name="Footer Placeholder 4">
            <a:extLst>
              <a:ext uri="{FF2B5EF4-FFF2-40B4-BE49-F238E27FC236}">
                <a16:creationId xmlns:a16="http://schemas.microsoft.com/office/drawing/2014/main" id="{B8B214E0-C574-4CE5-8FF0-E0F965A4A0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10" name="Slide Number Placeholder 5">
            <a:extLst>
              <a:ext uri="{FF2B5EF4-FFF2-40B4-BE49-F238E27FC236}">
                <a16:creationId xmlns:a16="http://schemas.microsoft.com/office/drawing/2014/main" id="{6C033920-FB08-49F3-8A75-14E68EF78D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265195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96722F2-1968-8B82-9382-187D808D9CAE}"/>
              </a:ext>
              <a:ext uri="{C183D7F6-B498-43B3-948B-1728B52AA6E4}">
                <adec:decorative xmlns:adec="http://schemas.microsoft.com/office/drawing/2017/decorative" val="1"/>
              </a:ext>
            </a:extLst>
          </p:cNvPr>
          <p:cNvSpPr/>
          <p:nvPr userDrawn="1"/>
        </p:nvSpPr>
        <p:spPr>
          <a:xfrm>
            <a:off x="0" y="0"/>
            <a:ext cx="12192000" cy="217054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9">
            <a:extLst>
              <a:ext uri="{FF2B5EF4-FFF2-40B4-BE49-F238E27FC236}">
                <a16:creationId xmlns:a16="http://schemas.microsoft.com/office/drawing/2014/main" id="{8F6663C8-5425-48D7-9E9D-F2B794222FA5}"/>
              </a:ext>
            </a:extLst>
          </p:cNvPr>
          <p:cNvSpPr>
            <a:spLocks noGrp="1"/>
          </p:cNvSpPr>
          <p:nvPr>
            <p:ph type="title" hasCustomPrompt="1"/>
          </p:nvPr>
        </p:nvSpPr>
        <p:spPr>
          <a:xfrm>
            <a:off x="838200" y="241541"/>
            <a:ext cx="10515600" cy="1215894"/>
          </a:xfrm>
          <a:prstGeom prst="rect">
            <a:avLst/>
          </a:prstGeom>
        </p:spPr>
        <p:txBody>
          <a:bodyPr anchor="b"/>
          <a:lstStyle>
            <a:lvl1pPr algn="ctr">
              <a:defRPr sz="2400" cap="all" spc="100" baseline="0">
                <a:solidFill>
                  <a:schemeClr val="tx2"/>
                </a:solidFill>
              </a:defRPr>
            </a:lvl1pPr>
          </a:lstStyle>
          <a:p>
            <a:r>
              <a:rPr lang="en-US" dirty="0"/>
              <a:t>CLICK TO add title</a:t>
            </a:r>
          </a:p>
        </p:txBody>
      </p:sp>
      <p:sp>
        <p:nvSpPr>
          <p:cNvPr id="30" name="Content Placeholder 29">
            <a:extLst>
              <a:ext uri="{FF2B5EF4-FFF2-40B4-BE49-F238E27FC236}">
                <a16:creationId xmlns:a16="http://schemas.microsoft.com/office/drawing/2014/main" id="{E7176063-74EF-4FC1-A687-2F5900412F55}"/>
              </a:ext>
            </a:extLst>
          </p:cNvPr>
          <p:cNvSpPr>
            <a:spLocks noGrp="1"/>
          </p:cNvSpPr>
          <p:nvPr>
            <p:ph sz="quarter" idx="35" hasCustomPrompt="1"/>
          </p:nvPr>
        </p:nvSpPr>
        <p:spPr>
          <a:xfrm>
            <a:off x="859468" y="2674190"/>
            <a:ext cx="10494331" cy="3605840"/>
          </a:xfrm>
          <a:prstGeom prst="rect">
            <a:avLst/>
          </a:prstGeom>
        </p:spPr>
        <p:txBody>
          <a:bodyPr/>
          <a:lstStyle>
            <a:lvl1pPr marL="0" indent="0">
              <a:buNone/>
              <a:defRPr sz="1400" cap="all"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39058ECB-2935-45B1-80F1-ED38302C2759}"/>
              </a:ext>
            </a:extLst>
          </p:cNvPr>
          <p:cNvSpPr>
            <a:spLocks noGrp="1"/>
          </p:cNvSpPr>
          <p:nvPr>
            <p:ph type="dt" sz="half" idx="10"/>
          </p:nvPr>
        </p:nvSpPr>
        <p:spPr>
          <a:xfrm>
            <a:off x="838200" y="6356350"/>
            <a:ext cx="2743200" cy="365125"/>
          </a:xfrm>
          <a:prstGeom prst="rect">
            <a:avLst/>
          </a:prstGeom>
        </p:spPr>
        <p:txBody>
          <a:bodyPr/>
          <a:lstStyle/>
          <a:p>
            <a:r>
              <a:rPr lang="en-US" dirty="0"/>
              <a:t>20XX</a:t>
            </a:r>
          </a:p>
        </p:txBody>
      </p:sp>
      <p:sp>
        <p:nvSpPr>
          <p:cNvPr id="4" name="Footer Placeholder 3">
            <a:extLst>
              <a:ext uri="{FF2B5EF4-FFF2-40B4-BE49-F238E27FC236}">
                <a16:creationId xmlns:a16="http://schemas.microsoft.com/office/drawing/2014/main" id="{B8FC42CC-A62B-40E8-907A-F15D7C216F8A}"/>
              </a:ext>
            </a:extLst>
          </p:cNvPr>
          <p:cNvSpPr>
            <a:spLocks noGrp="1"/>
          </p:cNvSpPr>
          <p:nvPr>
            <p:ph type="ftr" sz="quarter" idx="11"/>
          </p:nvPr>
        </p:nvSpPr>
        <p:spPr>
          <a:xfrm>
            <a:off x="4038600" y="6356350"/>
            <a:ext cx="4114800" cy="365125"/>
          </a:xfrm>
          <a:prstGeom prst="rect">
            <a:avLst/>
          </a:prstGeom>
        </p:spPr>
        <p:txBody>
          <a:bodyPr/>
          <a:lstStyle/>
          <a:p>
            <a:r>
              <a:rPr lang="en-US" dirty="0"/>
              <a:t>Pitch deck</a:t>
            </a:r>
          </a:p>
        </p:txBody>
      </p:sp>
      <p:sp>
        <p:nvSpPr>
          <p:cNvPr id="5" name="Slide Number Placeholder 4">
            <a:extLst>
              <a:ext uri="{FF2B5EF4-FFF2-40B4-BE49-F238E27FC236}">
                <a16:creationId xmlns:a16="http://schemas.microsoft.com/office/drawing/2014/main" id="{333E0735-85DE-48C3-8FE9-0754F9ABD6C1}"/>
              </a:ext>
            </a:extLst>
          </p:cNvPr>
          <p:cNvSpPr>
            <a:spLocks noGrp="1"/>
          </p:cNvSpPr>
          <p:nvPr>
            <p:ph type="sldNum" sz="quarter" idx="12"/>
          </p:nvPr>
        </p:nvSpPr>
        <p:spPr>
          <a:xfrm>
            <a:off x="8610600" y="6356350"/>
            <a:ext cx="2743200" cy="365125"/>
          </a:xfrm>
          <a:prstGeom prst="rect">
            <a:avLst/>
          </a:prstGeom>
        </p:spPr>
        <p:txBody>
          <a:body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78116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accent5">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06EC1-D867-4113-B1E4-72ADCC4B1586}"/>
              </a:ext>
            </a:extLst>
          </p:cNvPr>
          <p:cNvSpPr>
            <a:spLocks noGrp="1"/>
          </p:cNvSpPr>
          <p:nvPr>
            <p:ph type="title" hasCustomPrompt="1"/>
          </p:nvPr>
        </p:nvSpPr>
        <p:spPr>
          <a:xfrm>
            <a:off x="1130061" y="1541398"/>
            <a:ext cx="4442603" cy="2124827"/>
          </a:xfrm>
          <a:prstGeom prst="rect">
            <a:avLst/>
          </a:prstGeom>
          <a:noFill/>
          <a:ln w="28575">
            <a:solidFill>
              <a:schemeClr val="tx1"/>
            </a:solidFill>
          </a:ln>
        </p:spPr>
        <p:txBody>
          <a:bodyPr anchor="ctr"/>
          <a:lstStyle>
            <a:lvl1pPr algn="ctr">
              <a:defRPr sz="2400" cap="all" spc="100" baseline="0">
                <a:solidFill>
                  <a:schemeClr val="tx1"/>
                </a:solidFill>
              </a:defRPr>
            </a:lvl1pPr>
          </a:lstStyle>
          <a:p>
            <a:r>
              <a:rPr lang="en-US" dirty="0"/>
              <a:t>Add title</a:t>
            </a:r>
          </a:p>
        </p:txBody>
      </p:sp>
      <p:sp>
        <p:nvSpPr>
          <p:cNvPr id="38" name="Text Placeholder 10">
            <a:extLst>
              <a:ext uri="{FF2B5EF4-FFF2-40B4-BE49-F238E27FC236}">
                <a16:creationId xmlns:a16="http://schemas.microsoft.com/office/drawing/2014/main" id="{34C23C4D-3C16-4A17-BF8A-A9C4E2F013E3}"/>
              </a:ext>
            </a:extLst>
          </p:cNvPr>
          <p:cNvSpPr>
            <a:spLocks noGrp="1"/>
          </p:cNvSpPr>
          <p:nvPr>
            <p:ph type="body" sz="quarter" idx="19" hasCustomPrompt="1"/>
          </p:nvPr>
        </p:nvSpPr>
        <p:spPr>
          <a:xfrm>
            <a:off x="1130061" y="3984426"/>
            <a:ext cx="4442603" cy="2424999"/>
          </a:xfrm>
          <a:prstGeom prst="rect">
            <a:avLst/>
          </a:prstGeom>
        </p:spPr>
        <p:txBody>
          <a:bodyPr anchor="t"/>
          <a:lstStyle>
            <a:lvl1pPr marL="0" indent="0" algn="ctr">
              <a:lnSpc>
                <a:spcPct val="125000"/>
              </a:lnSpc>
              <a:spcBef>
                <a:spcPts val="0"/>
              </a:spcBef>
              <a:spcAft>
                <a:spcPts val="600"/>
              </a:spcAft>
              <a:buNone/>
              <a:defRPr sz="1800" cap="none" spc="100" baseline="0">
                <a:solidFill>
                  <a:schemeClr val="tx1"/>
                </a:solidFill>
                <a:latin typeface="+mn-lt"/>
              </a:defRPr>
            </a:lvl1pPr>
          </a:lstStyle>
          <a:p>
            <a:pPr lvl="0"/>
            <a:r>
              <a:rPr lang="en-US" dirty="0"/>
              <a:t>Click to add text</a:t>
            </a:r>
          </a:p>
        </p:txBody>
      </p:sp>
      <p:sp>
        <p:nvSpPr>
          <p:cNvPr id="11" name="Picture Placeholder 8">
            <a:extLst>
              <a:ext uri="{FF2B5EF4-FFF2-40B4-BE49-F238E27FC236}">
                <a16:creationId xmlns:a16="http://schemas.microsoft.com/office/drawing/2014/main" id="{50298920-F98C-4AFF-A39F-BB5644F96EBA}"/>
              </a:ext>
            </a:extLst>
          </p:cNvPr>
          <p:cNvSpPr>
            <a:spLocks noGrp="1"/>
          </p:cNvSpPr>
          <p:nvPr>
            <p:ph type="pic" sz="quarter" idx="10" hasCustomPrompt="1"/>
          </p:nvPr>
        </p:nvSpPr>
        <p:spPr>
          <a:xfrm>
            <a:off x="6771736" y="0"/>
            <a:ext cx="5420263" cy="6858000"/>
          </a:xfrm>
          <a:prstGeom prst="rect">
            <a:avLst/>
          </a:prstGeom>
        </p:spPr>
        <p:txBody>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42577993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BE02389-643A-44A3-9E32-4459CAEAC3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pc="100" baseline="0">
                <a:solidFill>
                  <a:schemeClr val="bg2">
                    <a:lumMod val="50000"/>
                  </a:schemeClr>
                </a:solidFill>
              </a:defRPr>
            </a:lvl1pPr>
          </a:lstStyle>
          <a:p>
            <a:r>
              <a:rPr lang="en-US" dirty="0"/>
              <a:t>20XX</a:t>
            </a:r>
          </a:p>
        </p:txBody>
      </p:sp>
      <p:sp>
        <p:nvSpPr>
          <p:cNvPr id="5" name="Footer Placeholder 4">
            <a:extLst>
              <a:ext uri="{FF2B5EF4-FFF2-40B4-BE49-F238E27FC236}">
                <a16:creationId xmlns:a16="http://schemas.microsoft.com/office/drawing/2014/main" id="{1E3E221A-6F27-4890-B073-7BA27B8FB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bg2">
                    <a:lumMod val="50000"/>
                  </a:schemeClr>
                </a:solidFill>
                <a:latin typeface="+mj-lt"/>
              </a:defRPr>
            </a:lvl1pPr>
          </a:lstStyle>
          <a:p>
            <a:r>
              <a:rPr lang="en-US" dirty="0"/>
              <a:t>Pitch deck</a:t>
            </a:r>
          </a:p>
        </p:txBody>
      </p:sp>
      <p:sp>
        <p:nvSpPr>
          <p:cNvPr id="6" name="Slide Number Placeholder 5">
            <a:extLst>
              <a:ext uri="{FF2B5EF4-FFF2-40B4-BE49-F238E27FC236}">
                <a16:creationId xmlns:a16="http://schemas.microsoft.com/office/drawing/2014/main" id="{40B06CAC-A122-486F-81C6-4299D83E94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pc="100" baseline="0">
                <a:solidFill>
                  <a:schemeClr val="bg2">
                    <a:lumMod val="50000"/>
                  </a:schemeClr>
                </a:solidFill>
              </a:defRPr>
            </a:lvl1pPr>
          </a:lstStyle>
          <a:p>
            <a:fld id="{EA87306C-81BA-4795-A5CA-9392456A8C1E}" type="slidenum">
              <a:rPr lang="en-US" smtClean="0"/>
              <a:pPr/>
              <a:t>‹#›</a:t>
            </a:fld>
            <a:endParaRPr lang="en-US" dirty="0"/>
          </a:p>
        </p:txBody>
      </p:sp>
    </p:spTree>
    <p:extLst>
      <p:ext uri="{BB962C8B-B14F-4D97-AF65-F5344CB8AC3E}">
        <p14:creationId xmlns:p14="http://schemas.microsoft.com/office/powerpoint/2010/main" val="4230113875"/>
      </p:ext>
    </p:extLst>
  </p:cSld>
  <p:clrMap bg1="lt1" tx1="dk1" bg2="lt2" tx2="dk2" accent1="accent1" accent2="accent2" accent3="accent3" accent4="accent4" accent5="accent5" accent6="accent6" hlink="hlink" folHlink="folHlink"/>
  <p:sldLayoutIdLst>
    <p:sldLayoutId id="2147483655" r:id="rId1"/>
    <p:sldLayoutId id="2147483656" r:id="rId2"/>
    <p:sldLayoutId id="2147483673" r:id="rId3"/>
    <p:sldLayoutId id="2147483669" r:id="rId4"/>
    <p:sldLayoutId id="2147483651" r:id="rId5"/>
    <p:sldLayoutId id="2147483671" r:id="rId6"/>
    <p:sldLayoutId id="2147483652" r:id="rId7"/>
    <p:sldLayoutId id="2147483653" r:id="rId8"/>
    <p:sldLayoutId id="2147483650" r:id="rId9"/>
    <p:sldLayoutId id="2147483664" r:id="rId10"/>
    <p:sldLayoutId id="2147483659" r:id="rId11"/>
    <p:sldLayoutId id="2147483662" r:id="rId12"/>
    <p:sldLayoutId id="2147483670"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0.jpg"/><Relationship Id="rId1" Type="http://schemas.openxmlformats.org/officeDocument/2006/relationships/slideLayout" Target="../slideLayouts/slideLayout13.xml"/><Relationship Id="rId4" Type="http://schemas.openxmlformats.org/officeDocument/2006/relationships/image" Target="../media/image1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Close-up of a green field">
            <a:extLst>
              <a:ext uri="{FF2B5EF4-FFF2-40B4-BE49-F238E27FC236}">
                <a16:creationId xmlns:a16="http://schemas.microsoft.com/office/drawing/2014/main" id="{FE4A4B5C-D71A-0CFA-A601-EB93F13F5AA0}"/>
              </a:ext>
            </a:extLst>
          </p:cNvPr>
          <p:cNvPicPr>
            <a:picLocks noGrp="1" noChangeAspect="1"/>
          </p:cNvPicPr>
          <p:nvPr>
            <p:ph type="pic" sz="quarter" idx="10"/>
          </p:nvPr>
        </p:nvPicPr>
        <p:blipFill>
          <a:blip r:embed="rId2">
            <a:alphaModFix amt="50000"/>
          </a:blip>
          <a:srcRect/>
          <a:stretch/>
        </p:blipFill>
        <p:spPr>
          <a:xfrm>
            <a:off x="0" y="-2"/>
            <a:ext cx="12192000" cy="6858000"/>
          </a:xfrm>
        </p:spPr>
      </p:pic>
      <p:sp>
        <p:nvSpPr>
          <p:cNvPr id="7" name="Title 6">
            <a:extLst>
              <a:ext uri="{FF2B5EF4-FFF2-40B4-BE49-F238E27FC236}">
                <a16:creationId xmlns:a16="http://schemas.microsoft.com/office/drawing/2014/main" id="{C0147929-8D39-DAA9-C3C5-4829D9C31C27}"/>
              </a:ext>
            </a:extLst>
          </p:cNvPr>
          <p:cNvSpPr>
            <a:spLocks noGrp="1"/>
          </p:cNvSpPr>
          <p:nvPr>
            <p:ph type="title"/>
          </p:nvPr>
        </p:nvSpPr>
        <p:spPr>
          <a:xfrm>
            <a:off x="1199909" y="2335192"/>
            <a:ext cx="9792182" cy="2187616"/>
          </a:xfrm>
        </p:spPr>
        <p:txBody>
          <a:bodyPr/>
          <a:lstStyle/>
          <a:p>
            <a:r>
              <a:rPr lang="en-US" dirty="0"/>
              <a:t>HR PEOPLE ANALYTICS</a:t>
            </a:r>
            <a:br>
              <a:rPr lang="en-US" dirty="0"/>
            </a:br>
            <a:r>
              <a:rPr lang="en-US" dirty="0" err="1"/>
              <a:t>dASHBOARD</a:t>
            </a:r>
            <a:endParaRPr lang="en-US" dirty="0"/>
          </a:p>
        </p:txBody>
      </p:sp>
      <p:sp>
        <p:nvSpPr>
          <p:cNvPr id="2" name="TextBox 1">
            <a:extLst>
              <a:ext uri="{FF2B5EF4-FFF2-40B4-BE49-F238E27FC236}">
                <a16:creationId xmlns:a16="http://schemas.microsoft.com/office/drawing/2014/main" id="{2F4393DC-CBF1-1588-D3E5-82BC6281114B}"/>
              </a:ext>
            </a:extLst>
          </p:cNvPr>
          <p:cNvSpPr txBox="1"/>
          <p:nvPr/>
        </p:nvSpPr>
        <p:spPr>
          <a:xfrm>
            <a:off x="9350829" y="5380366"/>
            <a:ext cx="2035629" cy="830997"/>
          </a:xfrm>
          <a:prstGeom prst="rect">
            <a:avLst/>
          </a:prstGeom>
          <a:noFill/>
        </p:spPr>
        <p:txBody>
          <a:bodyPr wrap="square" rtlCol="0">
            <a:spAutoFit/>
          </a:bodyPr>
          <a:lstStyle/>
          <a:p>
            <a:r>
              <a:rPr lang="en-US" sz="2400" b="1" dirty="0">
                <a:solidFill>
                  <a:schemeClr val="accent3">
                    <a:lumMod val="60000"/>
                    <a:lumOff val="40000"/>
                  </a:schemeClr>
                </a:solidFill>
              </a:rPr>
              <a:t>Ajith Kumar</a:t>
            </a:r>
          </a:p>
          <a:p>
            <a:r>
              <a:rPr lang="en-US" sz="2400" b="1" dirty="0">
                <a:solidFill>
                  <a:schemeClr val="accent3">
                    <a:lumMod val="60000"/>
                    <a:lumOff val="40000"/>
                  </a:schemeClr>
                </a:solidFill>
              </a:rPr>
              <a:t>06-08-2026</a:t>
            </a:r>
            <a:endParaRPr lang="en-IN" sz="2400" b="1" dirty="0">
              <a:solidFill>
                <a:schemeClr val="accent3">
                  <a:lumMod val="60000"/>
                  <a:lumOff val="40000"/>
                </a:schemeClr>
              </a:solidFill>
            </a:endParaRPr>
          </a:p>
        </p:txBody>
      </p:sp>
    </p:spTree>
    <p:extLst>
      <p:ext uri="{BB962C8B-B14F-4D97-AF65-F5344CB8AC3E}">
        <p14:creationId xmlns:p14="http://schemas.microsoft.com/office/powerpoint/2010/main" val="1760268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descr="A green rolling hills with a sunset">
            <a:extLst>
              <a:ext uri="{FF2B5EF4-FFF2-40B4-BE49-F238E27FC236}">
                <a16:creationId xmlns:a16="http://schemas.microsoft.com/office/drawing/2014/main" id="{565AB0FC-9FCD-FDB2-1D84-F3D855D83877}"/>
              </a:ext>
            </a:extLst>
          </p:cNvPr>
          <p:cNvPicPr>
            <a:picLocks noGrp="1" noChangeAspect="1"/>
          </p:cNvPicPr>
          <p:nvPr>
            <p:ph type="pic" sz="quarter" idx="10"/>
          </p:nvPr>
        </p:nvPicPr>
        <p:blipFill>
          <a:blip r:embed="rId2"/>
          <a:srcRect/>
          <a:stretch/>
        </p:blipFill>
        <p:spPr>
          <a:xfrm>
            <a:off x="0" y="0"/>
            <a:ext cx="6772276" cy="6858000"/>
          </a:xfrm>
        </p:spPr>
      </p:pic>
      <p:sp>
        <p:nvSpPr>
          <p:cNvPr id="47" name="Title 46">
            <a:extLst>
              <a:ext uri="{FF2B5EF4-FFF2-40B4-BE49-F238E27FC236}">
                <a16:creationId xmlns:a16="http://schemas.microsoft.com/office/drawing/2014/main" id="{3F9E60C6-15AA-4C95-9519-652CD08A827C}"/>
              </a:ext>
            </a:extLst>
          </p:cNvPr>
          <p:cNvSpPr>
            <a:spLocks noGrp="1"/>
          </p:cNvSpPr>
          <p:nvPr>
            <p:ph type="title"/>
          </p:nvPr>
        </p:nvSpPr>
        <p:spPr>
          <a:xfrm>
            <a:off x="1224747" y="2365057"/>
            <a:ext cx="4377400" cy="2160644"/>
          </a:xfrm>
        </p:spPr>
        <p:txBody>
          <a:bodyPr/>
          <a:lstStyle/>
          <a:p>
            <a:r>
              <a:rPr lang="en-US" dirty="0" err="1"/>
              <a:t>Hr</a:t>
            </a:r>
            <a:r>
              <a:rPr lang="en-US" dirty="0"/>
              <a:t> people </a:t>
            </a:r>
            <a:br>
              <a:rPr lang="en-US" dirty="0"/>
            </a:br>
            <a:r>
              <a:rPr lang="en-US" dirty="0"/>
              <a:t>Analytics</a:t>
            </a:r>
          </a:p>
        </p:txBody>
      </p:sp>
      <p:sp>
        <p:nvSpPr>
          <p:cNvPr id="4" name="Text Placeholder 3">
            <a:extLst>
              <a:ext uri="{FF2B5EF4-FFF2-40B4-BE49-F238E27FC236}">
                <a16:creationId xmlns:a16="http://schemas.microsoft.com/office/drawing/2014/main" id="{39D3AADE-5119-8CE2-0DD5-2BD7E3403288}"/>
              </a:ext>
            </a:extLst>
          </p:cNvPr>
          <p:cNvSpPr>
            <a:spLocks noGrp="1"/>
          </p:cNvSpPr>
          <p:nvPr>
            <p:ph type="body" sz="quarter" idx="11"/>
          </p:nvPr>
        </p:nvSpPr>
        <p:spPr>
          <a:xfrm>
            <a:off x="7582512" y="1258009"/>
            <a:ext cx="3665710" cy="4549448"/>
          </a:xfrm>
        </p:spPr>
        <p:txBody>
          <a:bodyPr>
            <a:normAutofit/>
          </a:bodyPr>
          <a:lstStyle/>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Executive Summary</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Methodology</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KPI Dashboard</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Hiring Trend</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Gender Distribution</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Racial Diversity</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Department Volume</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Employee Location </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Recommendations</a:t>
            </a: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Limitations</a:t>
            </a:r>
          </a:p>
        </p:txBody>
      </p:sp>
      <p:sp>
        <p:nvSpPr>
          <p:cNvPr id="20" name="Slide Number Placeholder 19">
            <a:extLst>
              <a:ext uri="{FF2B5EF4-FFF2-40B4-BE49-F238E27FC236}">
                <a16:creationId xmlns:a16="http://schemas.microsoft.com/office/drawing/2014/main" id="{DA9558D5-EB6D-C2EA-C5E2-790769448541}"/>
              </a:ext>
            </a:extLst>
          </p:cNvPr>
          <p:cNvSpPr>
            <a:spLocks noGrp="1"/>
          </p:cNvSpPr>
          <p:nvPr>
            <p:ph type="sldNum" sz="quarter" idx="4"/>
          </p:nvPr>
        </p:nvSpPr>
        <p:spPr/>
        <p:txBody>
          <a:bodyPr/>
          <a:lstStyle/>
          <a:p>
            <a:fld id="{EA87306C-81BA-4795-A5CA-9392456A8C1E}" type="slidenum">
              <a:rPr lang="en-US" smtClean="0"/>
              <a:pPr/>
              <a:t>2</a:t>
            </a:fld>
            <a:endParaRPr lang="en-US" dirty="0"/>
          </a:p>
        </p:txBody>
      </p:sp>
    </p:spTree>
    <p:extLst>
      <p:ext uri="{BB962C8B-B14F-4D97-AF65-F5344CB8AC3E}">
        <p14:creationId xmlns:p14="http://schemas.microsoft.com/office/powerpoint/2010/main" val="3590292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BF4AF3-2D87-5D1D-245D-49E6F0B09A40}"/>
              </a:ext>
            </a:extLst>
          </p:cNvPr>
          <p:cNvSpPr>
            <a:spLocks noGrp="1"/>
          </p:cNvSpPr>
          <p:nvPr>
            <p:ph type="title"/>
          </p:nvPr>
        </p:nvSpPr>
        <p:spPr>
          <a:xfrm>
            <a:off x="253389" y="319490"/>
            <a:ext cx="3602515" cy="771180"/>
          </a:xfrm>
        </p:spPr>
        <p:txBody>
          <a:bodyPr/>
          <a:lstStyle/>
          <a:p>
            <a:r>
              <a:rPr lang="en-US" sz="2400" dirty="0"/>
              <a:t>Executive</a:t>
            </a:r>
            <a:br>
              <a:rPr lang="en-US" sz="2400" dirty="0"/>
            </a:br>
            <a:r>
              <a:rPr lang="en-US" sz="2400" dirty="0"/>
              <a:t>summary</a:t>
            </a:r>
          </a:p>
        </p:txBody>
      </p:sp>
      <p:sp>
        <p:nvSpPr>
          <p:cNvPr id="9" name="TextBox 8">
            <a:extLst>
              <a:ext uri="{FF2B5EF4-FFF2-40B4-BE49-F238E27FC236}">
                <a16:creationId xmlns:a16="http://schemas.microsoft.com/office/drawing/2014/main" id="{E1203E16-FED3-CAC5-139F-29BE8D355192}"/>
              </a:ext>
            </a:extLst>
          </p:cNvPr>
          <p:cNvSpPr txBox="1"/>
          <p:nvPr/>
        </p:nvSpPr>
        <p:spPr>
          <a:xfrm>
            <a:off x="253389" y="1454227"/>
            <a:ext cx="11677878" cy="4524315"/>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solidFill>
                  <a:schemeClr val="accent6">
                    <a:lumMod val="40000"/>
                    <a:lumOff val="60000"/>
                  </a:schemeClr>
                </a:solidFill>
              </a:rPr>
              <a:t>This report presents an end-to-end HR analytics project covering data extraction, cleaning, and visualization for a 22,214-employee workforce dataset. </a:t>
            </a:r>
          </a:p>
          <a:p>
            <a:pPr marL="342900" indent="-342900" algn="just">
              <a:buFont typeface="Arial" panose="020B0604020202020204" pitchFamily="34" charset="0"/>
              <a:buChar char="•"/>
            </a:pPr>
            <a:endParaRPr lang="en-IN" sz="2400" dirty="0">
              <a:solidFill>
                <a:schemeClr val="accent6">
                  <a:lumMod val="40000"/>
                  <a:lumOff val="60000"/>
                </a:schemeClr>
              </a:solidFill>
            </a:endParaRPr>
          </a:p>
          <a:p>
            <a:pPr marL="342900" indent="-342900" algn="just">
              <a:buFont typeface="Arial" panose="020B0604020202020204" pitchFamily="34" charset="0"/>
              <a:buChar char="•"/>
            </a:pPr>
            <a:r>
              <a:rPr lang="en-IN" sz="2400" dirty="0">
                <a:solidFill>
                  <a:schemeClr val="accent6">
                    <a:lumMod val="40000"/>
                    <a:lumOff val="60000"/>
                  </a:schemeClr>
                </a:solidFill>
              </a:rPr>
              <a:t>Data was sourced from a MySQL database, cleaned and validated using Python, and visualized through an interactive Power BI dashboard featuring 5 KPIs and 6 visualisations. </a:t>
            </a:r>
          </a:p>
          <a:p>
            <a:pPr marL="342900" indent="-342900" algn="just">
              <a:buFont typeface="Arial" panose="020B0604020202020204" pitchFamily="34" charset="0"/>
              <a:buChar char="•"/>
            </a:pPr>
            <a:endParaRPr lang="en-IN" sz="2400" dirty="0">
              <a:solidFill>
                <a:schemeClr val="accent6">
                  <a:lumMod val="40000"/>
                  <a:lumOff val="60000"/>
                </a:schemeClr>
              </a:solidFill>
            </a:endParaRPr>
          </a:p>
          <a:p>
            <a:pPr marL="342900" indent="-342900" algn="just">
              <a:buFont typeface="Arial" panose="020B0604020202020204" pitchFamily="34" charset="0"/>
              <a:buChar char="•"/>
            </a:pPr>
            <a:r>
              <a:rPr lang="en-IN" sz="2400" dirty="0">
                <a:solidFill>
                  <a:schemeClr val="accent6">
                    <a:lumMod val="40000"/>
                    <a:lumOff val="60000"/>
                  </a:schemeClr>
                </a:solidFill>
              </a:rPr>
              <a:t>The analysis reveals a stable, Ohio-concentrated, Engineering-heavy workforce (30% of headcount) with balanced gender representation, moderate racial diversity, and a turnover rate of 12.95% against a strong average tenure of 14.49 years. Key recommendations focus on department-specific retention strategy, remote work evaluation, and geographic hiring expansion</a:t>
            </a:r>
          </a:p>
        </p:txBody>
      </p:sp>
    </p:spTree>
    <p:extLst>
      <p:ext uri="{BB962C8B-B14F-4D97-AF65-F5344CB8AC3E}">
        <p14:creationId xmlns:p14="http://schemas.microsoft.com/office/powerpoint/2010/main" val="171007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5745-2CA8-FE8A-5288-DE543E00359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E1BE074-EAFD-F76D-0D5D-EA57F089DB69}"/>
              </a:ext>
            </a:extLst>
          </p:cNvPr>
          <p:cNvSpPr>
            <a:spLocks noGrp="1"/>
          </p:cNvSpPr>
          <p:nvPr>
            <p:ph type="title"/>
          </p:nvPr>
        </p:nvSpPr>
        <p:spPr>
          <a:xfrm>
            <a:off x="253388" y="319490"/>
            <a:ext cx="4450814" cy="446450"/>
          </a:xfrm>
        </p:spPr>
        <p:txBody>
          <a:bodyPr/>
          <a:lstStyle/>
          <a:p>
            <a:r>
              <a:rPr lang="en-US" sz="2400" dirty="0" err="1"/>
              <a:t>MethodoLogy</a:t>
            </a:r>
            <a:endParaRPr lang="en-US" sz="2400" dirty="0"/>
          </a:p>
        </p:txBody>
      </p:sp>
      <p:sp>
        <p:nvSpPr>
          <p:cNvPr id="9" name="TextBox 8">
            <a:extLst>
              <a:ext uri="{FF2B5EF4-FFF2-40B4-BE49-F238E27FC236}">
                <a16:creationId xmlns:a16="http://schemas.microsoft.com/office/drawing/2014/main" id="{E6E4B011-2C64-5BE5-7995-47241BCBBED5}"/>
              </a:ext>
            </a:extLst>
          </p:cNvPr>
          <p:cNvSpPr txBox="1"/>
          <p:nvPr/>
        </p:nvSpPr>
        <p:spPr>
          <a:xfrm>
            <a:off x="253389" y="1454227"/>
            <a:ext cx="11677878" cy="4154984"/>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solidFill>
                  <a:schemeClr val="accent6">
                    <a:lumMod val="20000"/>
                    <a:lumOff val="80000"/>
                  </a:schemeClr>
                </a:solidFill>
              </a:rPr>
              <a:t>Employee data was extracted from a MySQL database using Python (</a:t>
            </a:r>
            <a:r>
              <a:rPr lang="en-IN" sz="2400" dirty="0" err="1">
                <a:solidFill>
                  <a:schemeClr val="accent6">
                    <a:lumMod val="20000"/>
                    <a:lumOff val="80000"/>
                  </a:schemeClr>
                </a:solidFill>
              </a:rPr>
              <a:t>PyMySQL</a:t>
            </a:r>
            <a:r>
              <a:rPr lang="en-IN" sz="2400" dirty="0">
                <a:solidFill>
                  <a:schemeClr val="accent6">
                    <a:lumMod val="20000"/>
                    <a:lumOff val="80000"/>
                  </a:schemeClr>
                </a:solidFill>
              </a:rPr>
              <a:t>, </a:t>
            </a:r>
            <a:r>
              <a:rPr lang="en-IN" sz="2400" dirty="0" err="1">
                <a:solidFill>
                  <a:schemeClr val="accent6">
                    <a:lumMod val="20000"/>
                    <a:lumOff val="80000"/>
                  </a:schemeClr>
                </a:solidFill>
              </a:rPr>
              <a:t>SQLAlchemy</a:t>
            </a:r>
            <a:r>
              <a:rPr lang="en-IN" sz="2400" dirty="0">
                <a:solidFill>
                  <a:schemeClr val="accent6">
                    <a:lumMod val="20000"/>
                    <a:lumOff val="80000"/>
                  </a:schemeClr>
                </a:solidFill>
              </a:rPr>
              <a:t>) and loaded into Pandas for cleaning and transformation. </a:t>
            </a:r>
          </a:p>
          <a:p>
            <a:pPr marL="342900" indent="-342900" algn="just">
              <a:buFont typeface="Arial" panose="020B0604020202020204" pitchFamily="34" charset="0"/>
              <a:buChar char="•"/>
            </a:pPr>
            <a:endParaRPr lang="en-IN" sz="2400" dirty="0">
              <a:solidFill>
                <a:schemeClr val="accent6">
                  <a:lumMod val="20000"/>
                  <a:lumOff val="80000"/>
                </a:schemeClr>
              </a:solidFill>
            </a:endParaRPr>
          </a:p>
          <a:p>
            <a:pPr marL="342900" indent="-342900" algn="just">
              <a:buFont typeface="Arial" panose="020B0604020202020204" pitchFamily="34" charset="0"/>
              <a:buChar char="•"/>
            </a:pPr>
            <a:r>
              <a:rPr lang="en-IN" sz="2400" dirty="0">
                <a:solidFill>
                  <a:schemeClr val="accent6">
                    <a:lumMod val="20000"/>
                    <a:lumOff val="80000"/>
                  </a:schemeClr>
                </a:solidFill>
              </a:rPr>
              <a:t>The cleaning process included converting date fields to proper datetime format, resolving time zone inconsistencies, identifying and reclassifying 1,053 records with invalid future termination dates, and validating null values and duplicates across all columns. (PYTHON – mostly Pandas)</a:t>
            </a:r>
          </a:p>
          <a:p>
            <a:pPr algn="just"/>
            <a:endParaRPr lang="en-IN" sz="2400" dirty="0">
              <a:solidFill>
                <a:schemeClr val="accent6">
                  <a:lumMod val="20000"/>
                  <a:lumOff val="80000"/>
                </a:schemeClr>
              </a:solidFill>
            </a:endParaRPr>
          </a:p>
          <a:p>
            <a:pPr marL="342900" indent="-342900" algn="just">
              <a:buFont typeface="Arial" panose="020B0604020202020204" pitchFamily="34" charset="0"/>
              <a:buChar char="•"/>
            </a:pPr>
            <a:r>
              <a:rPr lang="en-IN" sz="2400" dirty="0">
                <a:solidFill>
                  <a:schemeClr val="accent6">
                    <a:lumMod val="20000"/>
                    <a:lumOff val="80000"/>
                  </a:schemeClr>
                </a:solidFill>
              </a:rPr>
              <a:t>The cleaned dataset was then imported into Power BI, where 5 KPIs were built using custom DAX measures, alongside 6 visualizations covering hiring trends, gender distribution, and workforce breakdowns by department, race, and location</a:t>
            </a:r>
          </a:p>
        </p:txBody>
      </p:sp>
    </p:spTree>
    <p:extLst>
      <p:ext uri="{BB962C8B-B14F-4D97-AF65-F5344CB8AC3E}">
        <p14:creationId xmlns:p14="http://schemas.microsoft.com/office/powerpoint/2010/main" val="37931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4AEBF-73B2-2188-6E43-D85E829780A8}"/>
              </a:ext>
            </a:extLst>
          </p:cNvPr>
          <p:cNvSpPr>
            <a:spLocks noGrp="1"/>
          </p:cNvSpPr>
          <p:nvPr>
            <p:ph type="title"/>
          </p:nvPr>
        </p:nvSpPr>
        <p:spPr>
          <a:xfrm>
            <a:off x="3809777" y="78071"/>
            <a:ext cx="4572446" cy="298448"/>
          </a:xfrm>
        </p:spPr>
        <p:txBody>
          <a:bodyPr/>
          <a:lstStyle/>
          <a:p>
            <a:r>
              <a:rPr lang="en-US" b="1" dirty="0" err="1"/>
              <a:t>hr</a:t>
            </a:r>
            <a:r>
              <a:rPr lang="en-US" b="1" dirty="0"/>
              <a:t> Dashboard (Power bi)</a:t>
            </a:r>
          </a:p>
        </p:txBody>
      </p:sp>
      <p:sp>
        <p:nvSpPr>
          <p:cNvPr id="5" name="Slide Number Placeholder 4">
            <a:extLst>
              <a:ext uri="{FF2B5EF4-FFF2-40B4-BE49-F238E27FC236}">
                <a16:creationId xmlns:a16="http://schemas.microsoft.com/office/drawing/2014/main" id="{B51885A6-2008-15E5-517B-3CBBFE99B11A}"/>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5</a:t>
            </a:fld>
            <a:endParaRPr lang="en-US" dirty="0"/>
          </a:p>
        </p:txBody>
      </p:sp>
      <p:pic>
        <p:nvPicPr>
          <p:cNvPr id="12" name="Picture 11">
            <a:extLst>
              <a:ext uri="{FF2B5EF4-FFF2-40B4-BE49-F238E27FC236}">
                <a16:creationId xmlns:a16="http://schemas.microsoft.com/office/drawing/2014/main" id="{D1B69BC1-F732-5417-C434-2FE1116028B0}"/>
              </a:ext>
            </a:extLst>
          </p:cNvPr>
          <p:cNvPicPr>
            <a:picLocks noChangeAspect="1"/>
          </p:cNvPicPr>
          <p:nvPr/>
        </p:nvPicPr>
        <p:blipFill>
          <a:blip r:embed="rId2"/>
          <a:stretch>
            <a:fillRect/>
          </a:stretch>
        </p:blipFill>
        <p:spPr>
          <a:xfrm>
            <a:off x="1264023" y="454079"/>
            <a:ext cx="9663953" cy="5217459"/>
          </a:xfrm>
          <a:prstGeom prst="rect">
            <a:avLst/>
          </a:prstGeom>
        </p:spPr>
      </p:pic>
    </p:spTree>
    <p:extLst>
      <p:ext uri="{BB962C8B-B14F-4D97-AF65-F5344CB8AC3E}">
        <p14:creationId xmlns:p14="http://schemas.microsoft.com/office/powerpoint/2010/main" val="7882262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80C6F-95CD-617F-AA88-FB802F6502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6F624-24BC-D510-9F90-9F1BE38FB7AB}"/>
              </a:ext>
            </a:extLst>
          </p:cNvPr>
          <p:cNvSpPr>
            <a:spLocks noGrp="1"/>
          </p:cNvSpPr>
          <p:nvPr>
            <p:ph type="title"/>
          </p:nvPr>
        </p:nvSpPr>
        <p:spPr>
          <a:xfrm>
            <a:off x="225497" y="202487"/>
            <a:ext cx="4214302" cy="304289"/>
          </a:xfrm>
        </p:spPr>
        <p:txBody>
          <a:bodyPr/>
          <a:lstStyle/>
          <a:p>
            <a:r>
              <a:rPr lang="en-US" b="1" dirty="0"/>
              <a:t>KPI Dashboard</a:t>
            </a:r>
          </a:p>
        </p:txBody>
      </p:sp>
      <p:sp>
        <p:nvSpPr>
          <p:cNvPr id="5" name="Slide Number Placeholder 4">
            <a:extLst>
              <a:ext uri="{FF2B5EF4-FFF2-40B4-BE49-F238E27FC236}">
                <a16:creationId xmlns:a16="http://schemas.microsoft.com/office/drawing/2014/main" id="{59CE3223-557A-B03B-B41C-C2B4204F66E9}"/>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6</a:t>
            </a:fld>
            <a:endParaRPr lang="en-US" dirty="0"/>
          </a:p>
        </p:txBody>
      </p:sp>
      <p:pic>
        <p:nvPicPr>
          <p:cNvPr id="9" name="Picture 8">
            <a:extLst>
              <a:ext uri="{FF2B5EF4-FFF2-40B4-BE49-F238E27FC236}">
                <a16:creationId xmlns:a16="http://schemas.microsoft.com/office/drawing/2014/main" id="{4BE2CE35-F333-23E4-8F1C-EDDEC64A76B4}"/>
              </a:ext>
            </a:extLst>
          </p:cNvPr>
          <p:cNvPicPr>
            <a:picLocks noChangeAspect="1"/>
          </p:cNvPicPr>
          <p:nvPr/>
        </p:nvPicPr>
        <p:blipFill>
          <a:blip r:embed="rId2"/>
          <a:stretch>
            <a:fillRect/>
          </a:stretch>
        </p:blipFill>
        <p:spPr>
          <a:xfrm>
            <a:off x="2930796" y="771916"/>
            <a:ext cx="6521676" cy="3653949"/>
          </a:xfrm>
          <a:prstGeom prst="rect">
            <a:avLst/>
          </a:prstGeom>
        </p:spPr>
      </p:pic>
      <p:sp>
        <p:nvSpPr>
          <p:cNvPr id="10" name="TextBox 9">
            <a:extLst>
              <a:ext uri="{FF2B5EF4-FFF2-40B4-BE49-F238E27FC236}">
                <a16:creationId xmlns:a16="http://schemas.microsoft.com/office/drawing/2014/main" id="{707899A9-3A8C-7E8C-0370-2360A3575185}"/>
              </a:ext>
            </a:extLst>
          </p:cNvPr>
          <p:cNvSpPr txBox="1"/>
          <p:nvPr/>
        </p:nvSpPr>
        <p:spPr>
          <a:xfrm>
            <a:off x="225497" y="4913523"/>
            <a:ext cx="11650685" cy="2215991"/>
          </a:xfrm>
          <a:prstGeom prst="rect">
            <a:avLst/>
          </a:prstGeom>
          <a:noFill/>
        </p:spPr>
        <p:txBody>
          <a:bodyPr wrap="square" rtlCol="0">
            <a:spAutoFit/>
          </a:bodyPr>
          <a:lstStyle/>
          <a:p>
            <a:pPr lvl="0" algn="just"/>
            <a:r>
              <a:rPr lang="en-US" sz="2000" dirty="0"/>
              <a:t>Headcount: 22,214 | Avg Age: 38.43 | Remote %: 24.75% | Turnover: 12.95% | Avg Tenure: 14.49 years</a:t>
            </a:r>
            <a:endParaRPr lang="en-IN" sz="2000" dirty="0"/>
          </a:p>
          <a:p>
            <a:pPr algn="just"/>
            <a:r>
              <a:rPr lang="en-US" sz="2000" dirty="0"/>
              <a:t> </a:t>
            </a:r>
            <a:endParaRPr lang="en-IN" sz="2000" dirty="0"/>
          </a:p>
          <a:p>
            <a:pPr algn="just"/>
            <a:r>
              <a:rPr lang="en-US" sz="2000" dirty="0"/>
              <a:t>- The workforce is HQ-heavy (roughly 75% on-site vs 25% remote), fairly experienced (avg tenure of 14.5 years suggests that strong retention historically), yet turnover sits close to 13% - worth flagging as a metric to watch, not alarming on its own, but worth comparing to industry benchmarks if you have them</a:t>
            </a:r>
            <a:r>
              <a:rPr lang="en-US" sz="2000" b="1" dirty="0"/>
              <a:t>.</a:t>
            </a:r>
            <a:endParaRPr lang="en-IN" sz="2000" dirty="0"/>
          </a:p>
          <a:p>
            <a:endParaRPr lang="en-IN" dirty="0"/>
          </a:p>
        </p:txBody>
      </p:sp>
    </p:spTree>
    <p:extLst>
      <p:ext uri="{BB962C8B-B14F-4D97-AF65-F5344CB8AC3E}">
        <p14:creationId xmlns:p14="http://schemas.microsoft.com/office/powerpoint/2010/main" val="100434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D4168-369A-4EFB-8C9A-227B8238E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A6159-369B-4CE5-568C-9CBC50497540}"/>
              </a:ext>
            </a:extLst>
          </p:cNvPr>
          <p:cNvSpPr>
            <a:spLocks noGrp="1"/>
          </p:cNvSpPr>
          <p:nvPr>
            <p:ph type="title"/>
          </p:nvPr>
        </p:nvSpPr>
        <p:spPr>
          <a:xfrm>
            <a:off x="225497" y="202487"/>
            <a:ext cx="4214302" cy="304289"/>
          </a:xfrm>
        </p:spPr>
        <p:txBody>
          <a:bodyPr/>
          <a:lstStyle/>
          <a:p>
            <a:r>
              <a:rPr lang="en-US" b="1" dirty="0"/>
              <a:t>Hiring Trend</a:t>
            </a:r>
          </a:p>
        </p:txBody>
      </p:sp>
      <p:sp>
        <p:nvSpPr>
          <p:cNvPr id="5" name="Slide Number Placeholder 4">
            <a:extLst>
              <a:ext uri="{FF2B5EF4-FFF2-40B4-BE49-F238E27FC236}">
                <a16:creationId xmlns:a16="http://schemas.microsoft.com/office/drawing/2014/main" id="{8B119CDB-6579-2AAB-89DB-9F1E4FE0F98F}"/>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7</a:t>
            </a:fld>
            <a:endParaRPr lang="en-US" dirty="0"/>
          </a:p>
        </p:txBody>
      </p:sp>
      <p:sp>
        <p:nvSpPr>
          <p:cNvPr id="10" name="TextBox 9">
            <a:extLst>
              <a:ext uri="{FF2B5EF4-FFF2-40B4-BE49-F238E27FC236}">
                <a16:creationId xmlns:a16="http://schemas.microsoft.com/office/drawing/2014/main" id="{18C29473-D2A8-0979-5125-8B72CCABB552}"/>
              </a:ext>
            </a:extLst>
          </p:cNvPr>
          <p:cNvSpPr txBox="1"/>
          <p:nvPr/>
        </p:nvSpPr>
        <p:spPr>
          <a:xfrm>
            <a:off x="225497" y="4677372"/>
            <a:ext cx="11650685" cy="2308324"/>
          </a:xfrm>
          <a:prstGeom prst="rect">
            <a:avLst/>
          </a:prstGeom>
          <a:noFill/>
        </p:spPr>
        <p:txBody>
          <a:bodyPr wrap="square" rtlCol="0">
            <a:spAutoFit/>
          </a:bodyPr>
          <a:lstStyle/>
          <a:p>
            <a:pPr algn="just"/>
            <a:r>
              <a:rPr lang="en-US" dirty="0"/>
              <a:t>- Hiring Volume has remained stable at approximately 1050 – 1150 new hires per year from 2001 to 2019, with no clear upward or downward trend. </a:t>
            </a:r>
          </a:p>
          <a:p>
            <a:pPr algn="just"/>
            <a:endParaRPr lang="en-US" dirty="0"/>
          </a:p>
          <a:p>
            <a:pPr algn="just"/>
            <a:r>
              <a:rPr lang="en-US" dirty="0"/>
              <a:t>- The unusually low counts in 2000 and 2020 likely to reflect partial-year data rather than downward hire shifts. 2000 – 220 hires, a real outlier, far below every other year. (Hiring was low due to data parting issue or the company itself started in 2000.2000 – 2019 – hovers steadily between 1050 and 1150 – hiring has been remarkably consistent for nearly two decades. No major growth or decline but a flat stable line.</a:t>
            </a:r>
            <a:endParaRPr lang="en-IN" dirty="0"/>
          </a:p>
          <a:p>
            <a:endParaRPr lang="en-IN" dirty="0"/>
          </a:p>
        </p:txBody>
      </p:sp>
      <p:pic>
        <p:nvPicPr>
          <p:cNvPr id="4" name="Picture 3">
            <a:extLst>
              <a:ext uri="{FF2B5EF4-FFF2-40B4-BE49-F238E27FC236}">
                <a16:creationId xmlns:a16="http://schemas.microsoft.com/office/drawing/2014/main" id="{37EA582C-D5CA-1D60-1A3F-41DC6D813A89}"/>
              </a:ext>
            </a:extLst>
          </p:cNvPr>
          <p:cNvPicPr>
            <a:picLocks noChangeAspect="1"/>
          </p:cNvPicPr>
          <p:nvPr/>
        </p:nvPicPr>
        <p:blipFill>
          <a:blip r:embed="rId2"/>
          <a:stretch>
            <a:fillRect/>
          </a:stretch>
        </p:blipFill>
        <p:spPr>
          <a:xfrm>
            <a:off x="1959166" y="678664"/>
            <a:ext cx="8273668" cy="3826820"/>
          </a:xfrm>
          <a:prstGeom prst="rect">
            <a:avLst/>
          </a:prstGeom>
        </p:spPr>
      </p:pic>
    </p:spTree>
    <p:extLst>
      <p:ext uri="{BB962C8B-B14F-4D97-AF65-F5344CB8AC3E}">
        <p14:creationId xmlns:p14="http://schemas.microsoft.com/office/powerpoint/2010/main" val="3379714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08100-3BF6-11A6-06E7-56BD19C06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733AE-ED56-6DA5-16A0-037055444088}"/>
              </a:ext>
            </a:extLst>
          </p:cNvPr>
          <p:cNvSpPr>
            <a:spLocks noGrp="1"/>
          </p:cNvSpPr>
          <p:nvPr>
            <p:ph type="title"/>
          </p:nvPr>
        </p:nvSpPr>
        <p:spPr>
          <a:xfrm>
            <a:off x="225497" y="202487"/>
            <a:ext cx="4214302" cy="304289"/>
          </a:xfrm>
        </p:spPr>
        <p:txBody>
          <a:bodyPr/>
          <a:lstStyle/>
          <a:p>
            <a:r>
              <a:rPr lang="en-US" b="1" dirty="0"/>
              <a:t>Gender distribution</a:t>
            </a:r>
          </a:p>
        </p:txBody>
      </p:sp>
      <p:sp>
        <p:nvSpPr>
          <p:cNvPr id="5" name="Slide Number Placeholder 4">
            <a:extLst>
              <a:ext uri="{FF2B5EF4-FFF2-40B4-BE49-F238E27FC236}">
                <a16:creationId xmlns:a16="http://schemas.microsoft.com/office/drawing/2014/main" id="{0EB5670C-4B00-3A89-F7A5-250D244EBCAF}"/>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8</a:t>
            </a:fld>
            <a:endParaRPr lang="en-US" dirty="0"/>
          </a:p>
        </p:txBody>
      </p:sp>
      <p:sp>
        <p:nvSpPr>
          <p:cNvPr id="10" name="TextBox 9">
            <a:extLst>
              <a:ext uri="{FF2B5EF4-FFF2-40B4-BE49-F238E27FC236}">
                <a16:creationId xmlns:a16="http://schemas.microsoft.com/office/drawing/2014/main" id="{207E484A-D752-05D4-C545-EFA81E28CB6E}"/>
              </a:ext>
            </a:extLst>
          </p:cNvPr>
          <p:cNvSpPr txBox="1"/>
          <p:nvPr/>
        </p:nvSpPr>
        <p:spPr>
          <a:xfrm>
            <a:off x="270657" y="4782483"/>
            <a:ext cx="11650685" cy="1938992"/>
          </a:xfrm>
          <a:prstGeom prst="rect">
            <a:avLst/>
          </a:prstGeom>
          <a:noFill/>
        </p:spPr>
        <p:txBody>
          <a:bodyPr wrap="square" rtlCol="0">
            <a:spAutoFit/>
          </a:bodyPr>
          <a:lstStyle/>
          <a:p>
            <a:pPr algn="just"/>
            <a:r>
              <a:rPr lang="en-US" sz="2000" dirty="0"/>
              <a:t>- Gender Distribution – Male 50.81%, Female 46.46%, non-conforming 2.72%.</a:t>
            </a:r>
            <a:endParaRPr lang="en-IN" sz="2000" dirty="0"/>
          </a:p>
          <a:p>
            <a:pPr algn="just"/>
            <a:endParaRPr lang="en-US" sz="2000" dirty="0"/>
          </a:p>
          <a:p>
            <a:pPr algn="just"/>
            <a:r>
              <a:rPr lang="en-US" sz="2000" dirty="0"/>
              <a:t>- Gender split is close to balanced (roughly 51/49 between the largest groups), which is a genuinely positive, reportable finding – not every company can say that.</a:t>
            </a:r>
            <a:endParaRPr lang="en-IN" sz="2000" dirty="0"/>
          </a:p>
          <a:p>
            <a:pPr lvl="0" algn="just"/>
            <a:r>
              <a:rPr lang="en-US" sz="2000" dirty="0"/>
              <a:t>Non-conforming representation at 2.72% is also worth naming explicitly rather than lumping into “Other.”</a:t>
            </a:r>
            <a:endParaRPr lang="en-IN" sz="2000" dirty="0"/>
          </a:p>
          <a:p>
            <a:pPr algn="just"/>
            <a:endParaRPr lang="en-IN" sz="2000" dirty="0"/>
          </a:p>
        </p:txBody>
      </p:sp>
      <p:pic>
        <p:nvPicPr>
          <p:cNvPr id="6" name="Picture 5">
            <a:extLst>
              <a:ext uri="{FF2B5EF4-FFF2-40B4-BE49-F238E27FC236}">
                <a16:creationId xmlns:a16="http://schemas.microsoft.com/office/drawing/2014/main" id="{CE6CC2CB-BCDF-9181-73C3-7EB536B39E5E}"/>
              </a:ext>
            </a:extLst>
          </p:cNvPr>
          <p:cNvPicPr>
            <a:picLocks noChangeAspect="1"/>
          </p:cNvPicPr>
          <p:nvPr/>
        </p:nvPicPr>
        <p:blipFill>
          <a:blip r:embed="rId2"/>
          <a:stretch>
            <a:fillRect/>
          </a:stretch>
        </p:blipFill>
        <p:spPr>
          <a:xfrm>
            <a:off x="3528302" y="670316"/>
            <a:ext cx="4540483" cy="4007056"/>
          </a:xfrm>
          <a:prstGeom prst="rect">
            <a:avLst/>
          </a:prstGeom>
        </p:spPr>
      </p:pic>
    </p:spTree>
    <p:extLst>
      <p:ext uri="{BB962C8B-B14F-4D97-AF65-F5344CB8AC3E}">
        <p14:creationId xmlns:p14="http://schemas.microsoft.com/office/powerpoint/2010/main" val="2070879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68825-FB91-3680-6BA2-1D5040B86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305B5-9B83-6ECB-AF39-9A78F2D93B6F}"/>
              </a:ext>
            </a:extLst>
          </p:cNvPr>
          <p:cNvSpPr>
            <a:spLocks noGrp="1"/>
          </p:cNvSpPr>
          <p:nvPr>
            <p:ph type="title"/>
          </p:nvPr>
        </p:nvSpPr>
        <p:spPr>
          <a:xfrm>
            <a:off x="225497" y="202487"/>
            <a:ext cx="4214302" cy="304289"/>
          </a:xfrm>
        </p:spPr>
        <p:txBody>
          <a:bodyPr/>
          <a:lstStyle/>
          <a:p>
            <a:r>
              <a:rPr lang="en-US" b="1" dirty="0"/>
              <a:t>Racial diversity</a:t>
            </a:r>
          </a:p>
        </p:txBody>
      </p:sp>
      <p:sp>
        <p:nvSpPr>
          <p:cNvPr id="5" name="Slide Number Placeholder 4">
            <a:extLst>
              <a:ext uri="{FF2B5EF4-FFF2-40B4-BE49-F238E27FC236}">
                <a16:creationId xmlns:a16="http://schemas.microsoft.com/office/drawing/2014/main" id="{2FCDE796-462A-50D1-0939-8F4AB01F71EB}"/>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9</a:t>
            </a:fld>
            <a:endParaRPr lang="en-US" dirty="0"/>
          </a:p>
        </p:txBody>
      </p:sp>
      <p:sp>
        <p:nvSpPr>
          <p:cNvPr id="10" name="TextBox 9">
            <a:extLst>
              <a:ext uri="{FF2B5EF4-FFF2-40B4-BE49-F238E27FC236}">
                <a16:creationId xmlns:a16="http://schemas.microsoft.com/office/drawing/2014/main" id="{81F7BB75-7D60-E7F7-E2A9-3D30E80C924E}"/>
              </a:ext>
            </a:extLst>
          </p:cNvPr>
          <p:cNvSpPr txBox="1"/>
          <p:nvPr/>
        </p:nvSpPr>
        <p:spPr>
          <a:xfrm>
            <a:off x="270657" y="4782483"/>
            <a:ext cx="11650685" cy="2246769"/>
          </a:xfrm>
          <a:prstGeom prst="rect">
            <a:avLst/>
          </a:prstGeom>
          <a:noFill/>
        </p:spPr>
        <p:txBody>
          <a:bodyPr wrap="square" rtlCol="0">
            <a:spAutoFit/>
          </a:bodyPr>
          <a:lstStyle/>
          <a:p>
            <a:pPr lvl="0" algn="just"/>
            <a:r>
              <a:rPr lang="en-US" sz="2000" dirty="0"/>
              <a:t>- White 6.3k clearly leads; Two or more races at 3.648k, black or African American at 3.619k each; Hispanic or Latina 2.5k; American Indian/Alaska Native 1.2k; and Asians at 3.562k.</a:t>
            </a:r>
          </a:p>
          <a:p>
            <a:pPr lvl="0" algn="just"/>
            <a:endParaRPr lang="en-IN" sz="2000" dirty="0"/>
          </a:p>
          <a:p>
            <a:pPr lvl="0" algn="just"/>
            <a:r>
              <a:rPr lang="en-US" sz="2000" dirty="0"/>
              <a:t>- White employees represent the largest single group but not an overwhelming majority – the remaining 65% is spread across several groups fairly evenly. Worth noting three groups hover around 3.6k as a real pattern, not coincidence (checked that it’s rounding).</a:t>
            </a:r>
            <a:endParaRPr lang="en-IN" sz="2000" dirty="0"/>
          </a:p>
          <a:p>
            <a:pPr algn="just"/>
            <a:endParaRPr lang="en-IN" sz="2000" dirty="0"/>
          </a:p>
        </p:txBody>
      </p:sp>
      <p:pic>
        <p:nvPicPr>
          <p:cNvPr id="8" name="Picture 7">
            <a:extLst>
              <a:ext uri="{FF2B5EF4-FFF2-40B4-BE49-F238E27FC236}">
                <a16:creationId xmlns:a16="http://schemas.microsoft.com/office/drawing/2014/main" id="{F940E1B2-CCBE-600E-7D6A-909A65BD4039}"/>
              </a:ext>
            </a:extLst>
          </p:cNvPr>
          <p:cNvPicPr>
            <a:picLocks noChangeAspect="1"/>
          </p:cNvPicPr>
          <p:nvPr/>
        </p:nvPicPr>
        <p:blipFill>
          <a:blip r:embed="rId2"/>
          <a:stretch>
            <a:fillRect/>
          </a:stretch>
        </p:blipFill>
        <p:spPr>
          <a:xfrm>
            <a:off x="3273279" y="660152"/>
            <a:ext cx="5645440" cy="3968954"/>
          </a:xfrm>
          <a:prstGeom prst="rect">
            <a:avLst/>
          </a:prstGeom>
        </p:spPr>
      </p:pic>
    </p:spTree>
    <p:extLst>
      <p:ext uri="{BB962C8B-B14F-4D97-AF65-F5344CB8AC3E}">
        <p14:creationId xmlns:p14="http://schemas.microsoft.com/office/powerpoint/2010/main" val="2065777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5F08B-7EAC-F089-CE2D-9B359F5EF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24E436-B4F2-01A0-4A4E-6BAA59F916AC}"/>
              </a:ext>
            </a:extLst>
          </p:cNvPr>
          <p:cNvSpPr>
            <a:spLocks noGrp="1"/>
          </p:cNvSpPr>
          <p:nvPr>
            <p:ph type="title"/>
          </p:nvPr>
        </p:nvSpPr>
        <p:spPr>
          <a:xfrm>
            <a:off x="225497" y="202487"/>
            <a:ext cx="4214302" cy="304289"/>
          </a:xfrm>
        </p:spPr>
        <p:txBody>
          <a:bodyPr/>
          <a:lstStyle/>
          <a:p>
            <a:r>
              <a:rPr lang="en-US" b="1" dirty="0"/>
              <a:t>Department volume</a:t>
            </a:r>
          </a:p>
        </p:txBody>
      </p:sp>
      <p:sp>
        <p:nvSpPr>
          <p:cNvPr id="5" name="Slide Number Placeholder 4">
            <a:extLst>
              <a:ext uri="{FF2B5EF4-FFF2-40B4-BE49-F238E27FC236}">
                <a16:creationId xmlns:a16="http://schemas.microsoft.com/office/drawing/2014/main" id="{9D64B892-CFC0-098A-3A55-92C91ACEBDA0}"/>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10</a:t>
            </a:fld>
            <a:endParaRPr lang="en-US" dirty="0"/>
          </a:p>
        </p:txBody>
      </p:sp>
      <p:sp>
        <p:nvSpPr>
          <p:cNvPr id="10" name="TextBox 9">
            <a:extLst>
              <a:ext uri="{FF2B5EF4-FFF2-40B4-BE49-F238E27FC236}">
                <a16:creationId xmlns:a16="http://schemas.microsoft.com/office/drawing/2014/main" id="{2F146B22-42C2-D097-C8FE-7ACF8424765B}"/>
              </a:ext>
            </a:extLst>
          </p:cNvPr>
          <p:cNvSpPr txBox="1"/>
          <p:nvPr/>
        </p:nvSpPr>
        <p:spPr>
          <a:xfrm>
            <a:off x="270657" y="4795897"/>
            <a:ext cx="11650685" cy="2062103"/>
          </a:xfrm>
          <a:prstGeom prst="rect">
            <a:avLst/>
          </a:prstGeom>
          <a:noFill/>
        </p:spPr>
        <p:txBody>
          <a:bodyPr wrap="square" rtlCol="0">
            <a:spAutoFit/>
          </a:bodyPr>
          <a:lstStyle/>
          <a:p>
            <a:pPr lvl="0" algn="just"/>
            <a:r>
              <a:rPr lang="en-US" sz="2000" dirty="0"/>
              <a:t>- Engi</a:t>
            </a:r>
            <a:r>
              <a:rPr lang="en-US" dirty="0"/>
              <a:t>neering Dominates at 6.7k – more than double the next largest (Accounting, 3.3k). Long tail down to Auditing at just 0.1k.</a:t>
            </a:r>
            <a:endParaRPr lang="en-IN" dirty="0"/>
          </a:p>
          <a:p>
            <a:pPr lvl="0" algn="just"/>
            <a:r>
              <a:rPr lang="en-US" dirty="0"/>
              <a:t>- This is a Heavily Engineering-Weighted company (roughly 30% of the entire work force in one department). That’s the single most important structural fact in this dataset – it should probably the Headline of my project as it explains a lot of the “why behind other numbers (</a:t>
            </a:r>
            <a:r>
              <a:rPr lang="en-US" dirty="0" err="1"/>
              <a:t>e.g</a:t>
            </a:r>
            <a:r>
              <a:rPr lang="en-US" dirty="0"/>
              <a:t>, Why average age might skew a certain way, why hiring stayed steady – engineering -heavy companies often hire consistently)</a:t>
            </a:r>
            <a:endParaRPr lang="en-IN" dirty="0"/>
          </a:p>
          <a:p>
            <a:pPr algn="just"/>
            <a:r>
              <a:rPr lang="en-US" b="1" dirty="0"/>
              <a:t> </a:t>
            </a:r>
            <a:endParaRPr lang="en-IN" dirty="0"/>
          </a:p>
        </p:txBody>
      </p:sp>
      <p:pic>
        <p:nvPicPr>
          <p:cNvPr id="7" name="Picture 6">
            <a:extLst>
              <a:ext uri="{FF2B5EF4-FFF2-40B4-BE49-F238E27FC236}">
                <a16:creationId xmlns:a16="http://schemas.microsoft.com/office/drawing/2014/main" id="{E9A262FD-C4D1-36BA-2C75-83D797B6F8DA}"/>
              </a:ext>
            </a:extLst>
          </p:cNvPr>
          <p:cNvPicPr>
            <a:picLocks noChangeAspect="1"/>
          </p:cNvPicPr>
          <p:nvPr/>
        </p:nvPicPr>
        <p:blipFill>
          <a:blip r:embed="rId2"/>
          <a:stretch>
            <a:fillRect/>
          </a:stretch>
        </p:blipFill>
        <p:spPr>
          <a:xfrm>
            <a:off x="3102015" y="622050"/>
            <a:ext cx="5739486" cy="4045158"/>
          </a:xfrm>
          <a:prstGeom prst="rect">
            <a:avLst/>
          </a:prstGeom>
        </p:spPr>
      </p:pic>
    </p:spTree>
    <p:extLst>
      <p:ext uri="{BB962C8B-B14F-4D97-AF65-F5344CB8AC3E}">
        <p14:creationId xmlns:p14="http://schemas.microsoft.com/office/powerpoint/2010/main" val="395097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69F40-C055-7B42-A727-21CB363D1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D3EF9-CD34-5D26-4007-3A3D2C96BCB6}"/>
              </a:ext>
            </a:extLst>
          </p:cNvPr>
          <p:cNvSpPr>
            <a:spLocks noGrp="1"/>
          </p:cNvSpPr>
          <p:nvPr>
            <p:ph type="title"/>
          </p:nvPr>
        </p:nvSpPr>
        <p:spPr>
          <a:xfrm>
            <a:off x="225497" y="202487"/>
            <a:ext cx="4214302" cy="304289"/>
          </a:xfrm>
        </p:spPr>
        <p:txBody>
          <a:bodyPr/>
          <a:lstStyle/>
          <a:p>
            <a:r>
              <a:rPr lang="en-US" b="1" dirty="0"/>
              <a:t>Employee location</a:t>
            </a:r>
          </a:p>
        </p:txBody>
      </p:sp>
      <p:sp>
        <p:nvSpPr>
          <p:cNvPr id="5" name="Slide Number Placeholder 4">
            <a:extLst>
              <a:ext uri="{FF2B5EF4-FFF2-40B4-BE49-F238E27FC236}">
                <a16:creationId xmlns:a16="http://schemas.microsoft.com/office/drawing/2014/main" id="{315B9989-E3D8-79E9-A36E-C8AC717FEA99}"/>
              </a:ext>
            </a:extLst>
          </p:cNvPr>
          <p:cNvSpPr>
            <a:spLocks noGrp="1"/>
          </p:cNvSpPr>
          <p:nvPr>
            <p:ph type="sldNum" sz="quarter" idx="4"/>
          </p:nvPr>
        </p:nvSpPr>
        <p:spPr>
          <a:xfrm>
            <a:off x="9791700" y="6356350"/>
            <a:ext cx="1562100" cy="365125"/>
          </a:xfrm>
        </p:spPr>
        <p:txBody>
          <a:bodyPr/>
          <a:lstStyle/>
          <a:p>
            <a:fld id="{EA87306C-81BA-4795-A5CA-9392456A8C1E}" type="slidenum">
              <a:rPr lang="en-US" smtClean="0"/>
              <a:pPr/>
              <a:t>11</a:t>
            </a:fld>
            <a:endParaRPr lang="en-US" dirty="0"/>
          </a:p>
        </p:txBody>
      </p:sp>
      <p:sp>
        <p:nvSpPr>
          <p:cNvPr id="10" name="TextBox 9">
            <a:extLst>
              <a:ext uri="{FF2B5EF4-FFF2-40B4-BE49-F238E27FC236}">
                <a16:creationId xmlns:a16="http://schemas.microsoft.com/office/drawing/2014/main" id="{036E3A6F-3F9E-D79D-1BFF-7F3D55E0FAA3}"/>
              </a:ext>
            </a:extLst>
          </p:cNvPr>
          <p:cNvSpPr txBox="1"/>
          <p:nvPr/>
        </p:nvSpPr>
        <p:spPr>
          <a:xfrm>
            <a:off x="225497" y="4242684"/>
            <a:ext cx="11650685" cy="3139321"/>
          </a:xfrm>
          <a:prstGeom prst="rect">
            <a:avLst/>
          </a:prstGeom>
          <a:noFill/>
        </p:spPr>
        <p:txBody>
          <a:bodyPr wrap="square" rtlCol="0">
            <a:spAutoFit/>
          </a:bodyPr>
          <a:lstStyle/>
          <a:p>
            <a:r>
              <a:rPr lang="en-US" b="1" dirty="0"/>
              <a:t> </a:t>
            </a:r>
            <a:endParaRPr lang="en-IN" dirty="0"/>
          </a:p>
          <a:p>
            <a:pPr lvl="0" algn="just"/>
            <a:r>
              <a:rPr lang="en-US" sz="2000" dirty="0"/>
              <a:t>- Ohio dominates overwhelmingly at 18.0k vs. every other state combined (5.3k total across PA, </a:t>
            </a:r>
            <a:r>
              <a:rPr lang="en-US" sz="2000" dirty="0" err="1"/>
              <a:t>IL,IN,MI,KY,Wi</a:t>
            </a:r>
            <a:r>
              <a:rPr lang="en-US" sz="2000" dirty="0"/>
              <a:t>)</a:t>
            </a:r>
            <a:endParaRPr lang="en-IN" sz="2000" dirty="0"/>
          </a:p>
          <a:p>
            <a:pPr lvl="0" algn="just"/>
            <a:r>
              <a:rPr lang="en-US" sz="2000" dirty="0"/>
              <a:t>- This confirms my earlier “HQ Cleveland, Ohio” detail from way back – the company is essentially Ohio-based with small satellite presence in neighboring states. Combined with my 24.75% Remote KPI, this tells a clear story here: that most “remote” workers are probably still regionally clustered near HQ, not distributed nationally.   (Worth Checking if remote employees are still Ohio-based or spread out – that is a genuinely interesting follow-up question for us)</a:t>
            </a:r>
            <a:endParaRPr lang="en-IN" sz="2000" dirty="0"/>
          </a:p>
          <a:p>
            <a:pPr algn="just"/>
            <a:r>
              <a:rPr lang="en-US" sz="2000" dirty="0"/>
              <a:t> </a:t>
            </a:r>
            <a:endParaRPr lang="en-IN" sz="2000" dirty="0"/>
          </a:p>
          <a:p>
            <a:pPr algn="just"/>
            <a:r>
              <a:rPr lang="en-US" sz="2000" b="1" dirty="0"/>
              <a:t> </a:t>
            </a:r>
            <a:endParaRPr lang="en-IN" sz="2000" dirty="0"/>
          </a:p>
        </p:txBody>
      </p:sp>
      <p:pic>
        <p:nvPicPr>
          <p:cNvPr id="4" name="Picture 3">
            <a:extLst>
              <a:ext uri="{FF2B5EF4-FFF2-40B4-BE49-F238E27FC236}">
                <a16:creationId xmlns:a16="http://schemas.microsoft.com/office/drawing/2014/main" id="{A4874AF8-9759-2A6E-95CE-EEEBF403430B}"/>
              </a:ext>
            </a:extLst>
          </p:cNvPr>
          <p:cNvPicPr>
            <a:picLocks noChangeAspect="1"/>
          </p:cNvPicPr>
          <p:nvPr/>
        </p:nvPicPr>
        <p:blipFill>
          <a:blip r:embed="rId2"/>
          <a:stretch>
            <a:fillRect/>
          </a:stretch>
        </p:blipFill>
        <p:spPr>
          <a:xfrm>
            <a:off x="2933313" y="599373"/>
            <a:ext cx="5979193" cy="3911801"/>
          </a:xfrm>
          <a:prstGeom prst="rect">
            <a:avLst/>
          </a:prstGeom>
        </p:spPr>
      </p:pic>
    </p:spTree>
    <p:extLst>
      <p:ext uri="{BB962C8B-B14F-4D97-AF65-F5344CB8AC3E}">
        <p14:creationId xmlns:p14="http://schemas.microsoft.com/office/powerpoint/2010/main" val="1920966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AB814-3BB5-7429-CCE3-17F0433AF47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E9DF2F8-2B93-C873-68C1-0D29E4BF2F60}"/>
              </a:ext>
            </a:extLst>
          </p:cNvPr>
          <p:cNvSpPr txBox="1"/>
          <p:nvPr/>
        </p:nvSpPr>
        <p:spPr>
          <a:xfrm>
            <a:off x="240560" y="933366"/>
            <a:ext cx="11677878" cy="4832092"/>
          </a:xfrm>
          <a:prstGeom prst="rect">
            <a:avLst/>
          </a:prstGeom>
          <a:noFill/>
        </p:spPr>
        <p:txBody>
          <a:bodyPr wrap="square" rtlCol="0">
            <a:spAutoFit/>
          </a:bodyPr>
          <a:lstStyle/>
          <a:p>
            <a:pPr marL="342900" lvl="0" indent="-342900" algn="just">
              <a:buFont typeface="Arial" panose="020B0604020202020204" pitchFamily="34" charset="0"/>
              <a:buChar char="•"/>
            </a:pPr>
            <a:r>
              <a:rPr lang="en-US" sz="2200" dirty="0">
                <a:solidFill>
                  <a:schemeClr val="accent6">
                    <a:lumMod val="40000"/>
                    <a:lumOff val="60000"/>
                  </a:schemeClr>
                </a:solidFill>
              </a:rPr>
              <a:t>Given engineering represents – 30% of headcount, confirm hiring pipelines, onboarding capacity, retention programs are specifically resourced for this department, not just company-wide averages.</a:t>
            </a:r>
          </a:p>
          <a:p>
            <a:pPr marL="342900" lvl="0" indent="-342900" algn="just">
              <a:buFont typeface="Arial" panose="020B0604020202020204" pitchFamily="34" charset="0"/>
              <a:buChar char="•"/>
            </a:pPr>
            <a:endParaRPr lang="en-IN" sz="2200" dirty="0">
              <a:solidFill>
                <a:schemeClr val="accent6">
                  <a:lumMod val="40000"/>
                  <a:lumOff val="60000"/>
                </a:schemeClr>
              </a:solidFill>
            </a:endParaRPr>
          </a:p>
          <a:p>
            <a:pPr marL="342900" lvl="0" indent="-342900" algn="just">
              <a:buFont typeface="Arial" panose="020B0604020202020204" pitchFamily="34" charset="0"/>
              <a:buChar char="•"/>
            </a:pPr>
            <a:r>
              <a:rPr lang="en-US" sz="2200" dirty="0">
                <a:solidFill>
                  <a:schemeClr val="accent6">
                    <a:lumMod val="40000"/>
                    <a:lumOff val="60000"/>
                  </a:schemeClr>
                </a:solidFill>
              </a:rPr>
              <a:t>With turnover at 12.95% consider a focused review of exit reasons, especially since average tenure is strong (14.49 years), a turnover spike among newer hires vs long-tenured staff would be a different story worth separating out.</a:t>
            </a:r>
          </a:p>
          <a:p>
            <a:pPr marL="342900" lvl="0" indent="-342900" algn="just">
              <a:buFont typeface="Arial" panose="020B0604020202020204" pitchFamily="34" charset="0"/>
              <a:buChar char="•"/>
            </a:pPr>
            <a:endParaRPr lang="en-IN" sz="2200" dirty="0">
              <a:solidFill>
                <a:schemeClr val="accent6">
                  <a:lumMod val="40000"/>
                  <a:lumOff val="60000"/>
                </a:schemeClr>
              </a:solidFill>
            </a:endParaRPr>
          </a:p>
          <a:p>
            <a:pPr marL="342900" lvl="0" indent="-342900" algn="just">
              <a:buFont typeface="Arial" panose="020B0604020202020204" pitchFamily="34" charset="0"/>
              <a:buChar char="•"/>
            </a:pPr>
            <a:r>
              <a:rPr lang="en-US" sz="2200" dirty="0">
                <a:solidFill>
                  <a:schemeClr val="accent6">
                    <a:lumMod val="40000"/>
                    <a:lumOff val="60000"/>
                  </a:schemeClr>
                </a:solidFill>
              </a:rPr>
              <a:t>Since 75% of staff are HQ based, despite modern remote-work norms, evaluate weather remote work is underutilized or if it’s intentional based on role type, worth surveying employee sentiment.</a:t>
            </a:r>
          </a:p>
          <a:p>
            <a:pPr lvl="0" algn="just"/>
            <a:endParaRPr lang="en-IN" sz="2200" dirty="0">
              <a:solidFill>
                <a:schemeClr val="accent6">
                  <a:lumMod val="40000"/>
                  <a:lumOff val="60000"/>
                </a:schemeClr>
              </a:solidFill>
            </a:endParaRPr>
          </a:p>
          <a:p>
            <a:pPr marL="342900" lvl="0" indent="-342900" algn="just">
              <a:buFont typeface="Arial" panose="020B0604020202020204" pitchFamily="34" charset="0"/>
              <a:buChar char="•"/>
            </a:pPr>
            <a:r>
              <a:rPr lang="en-US" sz="2200" dirty="0">
                <a:solidFill>
                  <a:schemeClr val="accent6">
                    <a:lumMod val="40000"/>
                    <a:lumOff val="60000"/>
                  </a:schemeClr>
                </a:solidFill>
              </a:rPr>
              <a:t>Workforce diversity is reasonably balanced across gender and several racial groups, worth highlighting as a strength in any external reporting. (</a:t>
            </a:r>
            <a:r>
              <a:rPr lang="en-US" sz="2200" dirty="0" err="1">
                <a:solidFill>
                  <a:schemeClr val="accent6">
                    <a:lumMod val="40000"/>
                    <a:lumOff val="60000"/>
                  </a:schemeClr>
                </a:solidFill>
              </a:rPr>
              <a:t>e.g</a:t>
            </a:r>
            <a:r>
              <a:rPr lang="en-US" sz="2200" dirty="0">
                <a:solidFill>
                  <a:schemeClr val="accent6">
                    <a:lumMod val="40000"/>
                    <a:lumOff val="60000"/>
                  </a:schemeClr>
                </a:solidFill>
              </a:rPr>
              <a:t>; ESG, recruiting materials)</a:t>
            </a:r>
          </a:p>
        </p:txBody>
      </p:sp>
      <p:sp>
        <p:nvSpPr>
          <p:cNvPr id="4" name="TextBox 3">
            <a:extLst>
              <a:ext uri="{FF2B5EF4-FFF2-40B4-BE49-F238E27FC236}">
                <a16:creationId xmlns:a16="http://schemas.microsoft.com/office/drawing/2014/main" id="{608DDBD2-D761-8932-94CC-5635AE446BDC}"/>
              </a:ext>
            </a:extLst>
          </p:cNvPr>
          <p:cNvSpPr txBox="1"/>
          <p:nvPr/>
        </p:nvSpPr>
        <p:spPr>
          <a:xfrm>
            <a:off x="253389" y="191245"/>
            <a:ext cx="3703898" cy="523220"/>
          </a:xfrm>
          <a:prstGeom prst="rect">
            <a:avLst/>
          </a:prstGeom>
          <a:noFill/>
        </p:spPr>
        <p:txBody>
          <a:bodyPr wrap="square" rtlCol="0">
            <a:spAutoFit/>
          </a:bodyPr>
          <a:lstStyle/>
          <a:p>
            <a:r>
              <a:rPr lang="en-US" sz="2800" b="1" dirty="0">
                <a:solidFill>
                  <a:schemeClr val="accent5">
                    <a:lumMod val="20000"/>
                    <a:lumOff val="80000"/>
                  </a:schemeClr>
                </a:solidFill>
              </a:rPr>
              <a:t>RECOMMENDATIONS</a:t>
            </a:r>
            <a:endParaRPr lang="en-IN" sz="2800" b="1" dirty="0">
              <a:solidFill>
                <a:schemeClr val="accent5">
                  <a:lumMod val="20000"/>
                  <a:lumOff val="80000"/>
                </a:schemeClr>
              </a:solidFill>
            </a:endParaRPr>
          </a:p>
        </p:txBody>
      </p:sp>
    </p:spTree>
    <p:extLst>
      <p:ext uri="{BB962C8B-B14F-4D97-AF65-F5344CB8AC3E}">
        <p14:creationId xmlns:p14="http://schemas.microsoft.com/office/powerpoint/2010/main" val="2221748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C7C30-D404-176F-6EC8-04B9F810FB3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6058C99-3E84-2E7E-65B3-1D775FB5C013}"/>
              </a:ext>
            </a:extLst>
          </p:cNvPr>
          <p:cNvSpPr txBox="1"/>
          <p:nvPr/>
        </p:nvSpPr>
        <p:spPr>
          <a:xfrm>
            <a:off x="240560" y="933366"/>
            <a:ext cx="11677878" cy="4154984"/>
          </a:xfrm>
          <a:prstGeom prst="rect">
            <a:avLst/>
          </a:prstGeom>
          <a:noFill/>
        </p:spPr>
        <p:txBody>
          <a:bodyPr wrap="square" rtlCol="0">
            <a:spAutoFit/>
          </a:bodyPr>
          <a:lstStyle/>
          <a:p>
            <a:pPr marL="342900" lvl="0" indent="-342900" algn="just">
              <a:buFont typeface="Arial" panose="020B0604020202020204" pitchFamily="34" charset="0"/>
              <a:buChar char="•"/>
            </a:pPr>
            <a:r>
              <a:rPr lang="en-IN" sz="2200" dirty="0">
                <a:solidFill>
                  <a:schemeClr val="accent6">
                    <a:lumMod val="20000"/>
                    <a:lumOff val="80000"/>
                  </a:schemeClr>
                </a:solidFill>
              </a:rPr>
              <a:t>Missing birthdate data: Approximately 61% of birthdate values (13,581 of 22,214 records) were missing. This did not affect the analysis, as the Age field was fully populated and used in its place, but it limits any future analysis requiring exact date-of-birth precision.</a:t>
            </a:r>
          </a:p>
          <a:p>
            <a:pPr lvl="0" algn="just"/>
            <a:endParaRPr lang="en-IN" sz="2200" dirty="0">
              <a:solidFill>
                <a:schemeClr val="accent6">
                  <a:lumMod val="20000"/>
                  <a:lumOff val="80000"/>
                </a:schemeClr>
              </a:solidFill>
            </a:endParaRPr>
          </a:p>
          <a:p>
            <a:pPr marL="342900" lvl="0" indent="-342900" algn="just">
              <a:buFont typeface="Arial" panose="020B0604020202020204" pitchFamily="34" charset="0"/>
              <a:buChar char="•"/>
            </a:pPr>
            <a:r>
              <a:rPr lang="en-IN" sz="2200" dirty="0">
                <a:solidFill>
                  <a:schemeClr val="accent6">
                    <a:lumMod val="20000"/>
                    <a:lumOff val="80000"/>
                  </a:schemeClr>
                </a:solidFill>
              </a:rPr>
              <a:t>Future-dated terminations: 1,053 records contained termination dates set years in the future, determined to be a data quality issue rather than genuine planned exits (verified against age and role patterns, which showed no retirement-age concentration). These records were reclassified as Active employees for accurate turnover reporting.</a:t>
            </a:r>
          </a:p>
          <a:p>
            <a:pPr lvl="0" algn="just"/>
            <a:endParaRPr lang="en-IN" sz="2200" dirty="0">
              <a:solidFill>
                <a:schemeClr val="accent6">
                  <a:lumMod val="20000"/>
                  <a:lumOff val="80000"/>
                </a:schemeClr>
              </a:solidFill>
            </a:endParaRPr>
          </a:p>
          <a:p>
            <a:pPr marL="342900" lvl="0" indent="-342900" algn="just">
              <a:buFont typeface="Arial" panose="020B0604020202020204" pitchFamily="34" charset="0"/>
              <a:buChar char="•"/>
            </a:pPr>
            <a:r>
              <a:rPr lang="en-IN" sz="2200" dirty="0">
                <a:solidFill>
                  <a:schemeClr val="accent6">
                    <a:lumMod val="20000"/>
                    <a:lumOff val="80000"/>
                  </a:schemeClr>
                </a:solidFill>
              </a:rPr>
              <a:t>Partial-year hiring data: Hiring counts for 2000 and 2020 appear notably lower than surrounding years, most likely reflecting incomplete data for those years rather than genuine hiring slow down</a:t>
            </a:r>
          </a:p>
        </p:txBody>
      </p:sp>
      <p:sp>
        <p:nvSpPr>
          <p:cNvPr id="4" name="TextBox 3">
            <a:extLst>
              <a:ext uri="{FF2B5EF4-FFF2-40B4-BE49-F238E27FC236}">
                <a16:creationId xmlns:a16="http://schemas.microsoft.com/office/drawing/2014/main" id="{D9383B27-EF64-B951-8ED9-6C23403A8165}"/>
              </a:ext>
            </a:extLst>
          </p:cNvPr>
          <p:cNvSpPr txBox="1"/>
          <p:nvPr/>
        </p:nvSpPr>
        <p:spPr>
          <a:xfrm>
            <a:off x="253389" y="191245"/>
            <a:ext cx="3703898" cy="523220"/>
          </a:xfrm>
          <a:prstGeom prst="rect">
            <a:avLst/>
          </a:prstGeom>
          <a:noFill/>
        </p:spPr>
        <p:txBody>
          <a:bodyPr wrap="square" rtlCol="0">
            <a:spAutoFit/>
          </a:bodyPr>
          <a:lstStyle/>
          <a:p>
            <a:r>
              <a:rPr lang="en-US" sz="2800" b="1" dirty="0">
                <a:solidFill>
                  <a:schemeClr val="accent5">
                    <a:lumMod val="20000"/>
                    <a:lumOff val="80000"/>
                  </a:schemeClr>
                </a:solidFill>
              </a:rPr>
              <a:t>LIMITATIONS</a:t>
            </a:r>
            <a:endParaRPr lang="en-IN" sz="2800" b="1" dirty="0">
              <a:solidFill>
                <a:schemeClr val="accent5">
                  <a:lumMod val="20000"/>
                  <a:lumOff val="80000"/>
                </a:schemeClr>
              </a:solidFill>
            </a:endParaRPr>
          </a:p>
        </p:txBody>
      </p:sp>
    </p:spTree>
    <p:extLst>
      <p:ext uri="{BB962C8B-B14F-4D97-AF65-F5344CB8AC3E}">
        <p14:creationId xmlns:p14="http://schemas.microsoft.com/office/powerpoint/2010/main" val="2659609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CBCD3B-EAB4-87E8-85AB-C9DDB7162C68}"/>
              </a:ext>
            </a:extLst>
          </p:cNvPr>
          <p:cNvSpPr>
            <a:spLocks noGrp="1"/>
          </p:cNvSpPr>
          <p:nvPr>
            <p:ph type="title"/>
          </p:nvPr>
        </p:nvSpPr>
        <p:spPr>
          <a:xfrm>
            <a:off x="1201778" y="3522598"/>
            <a:ext cx="4442603" cy="2124827"/>
          </a:xfrm>
        </p:spPr>
        <p:txBody>
          <a:bodyPr/>
          <a:lstStyle/>
          <a:p>
            <a:r>
              <a:rPr lang="en-US" b="1" dirty="0">
                <a:solidFill>
                  <a:schemeClr val="tx1">
                    <a:lumMod val="65000"/>
                    <a:lumOff val="35000"/>
                  </a:schemeClr>
                </a:solidFill>
              </a:rPr>
              <a:t>Thank you</a:t>
            </a:r>
          </a:p>
        </p:txBody>
      </p:sp>
      <p:pic>
        <p:nvPicPr>
          <p:cNvPr id="15" name="Picture Placeholder 14" descr="A close up of a leaf">
            <a:extLst>
              <a:ext uri="{FF2B5EF4-FFF2-40B4-BE49-F238E27FC236}">
                <a16:creationId xmlns:a16="http://schemas.microsoft.com/office/drawing/2014/main" id="{C59CFD32-0A41-78F6-63F2-D8BBA2F23D00}"/>
              </a:ext>
            </a:extLst>
          </p:cNvPr>
          <p:cNvPicPr>
            <a:picLocks noGrp="1" noChangeAspect="1"/>
          </p:cNvPicPr>
          <p:nvPr>
            <p:ph type="pic" sz="quarter" idx="10"/>
          </p:nvPr>
        </p:nvPicPr>
        <p:blipFill>
          <a:blip r:embed="rId2"/>
          <a:srcRect l="55" r="55"/>
          <a:stretch/>
        </p:blipFill>
        <p:spPr>
          <a:xfrm>
            <a:off x="6771736" y="0"/>
            <a:ext cx="5420263" cy="6858000"/>
          </a:xfrm>
        </p:spPr>
      </p:pic>
      <p:sp>
        <p:nvSpPr>
          <p:cNvPr id="4" name="TextBox 3">
            <a:extLst>
              <a:ext uri="{FF2B5EF4-FFF2-40B4-BE49-F238E27FC236}">
                <a16:creationId xmlns:a16="http://schemas.microsoft.com/office/drawing/2014/main" id="{131EE07B-79C8-83FA-C946-5C1F363CC3CF}"/>
              </a:ext>
            </a:extLst>
          </p:cNvPr>
          <p:cNvSpPr txBox="1"/>
          <p:nvPr/>
        </p:nvSpPr>
        <p:spPr>
          <a:xfrm>
            <a:off x="313765" y="380111"/>
            <a:ext cx="6373906" cy="2585323"/>
          </a:xfrm>
          <a:prstGeom prst="rect">
            <a:avLst/>
          </a:prstGeom>
          <a:noFill/>
        </p:spPr>
        <p:txBody>
          <a:bodyPr wrap="square" rtlCol="0">
            <a:spAutoFit/>
          </a:bodyPr>
          <a:lstStyle/>
          <a:p>
            <a:pPr algn="just"/>
            <a:r>
              <a:rPr lang="en-US" b="1" dirty="0">
                <a:solidFill>
                  <a:schemeClr val="accent3">
                    <a:lumMod val="75000"/>
                  </a:schemeClr>
                </a:solidFill>
              </a:rPr>
              <a:t>REFERENCE:</a:t>
            </a:r>
          </a:p>
          <a:p>
            <a:pPr lvl="0" algn="just"/>
            <a:r>
              <a:rPr lang="en-US" b="1" dirty="0">
                <a:solidFill>
                  <a:schemeClr val="accent3">
                    <a:lumMod val="75000"/>
                  </a:schemeClr>
                </a:solidFill>
              </a:rPr>
              <a:t>          </a:t>
            </a:r>
            <a:r>
              <a:rPr lang="en-US" b="1" dirty="0"/>
              <a:t>A file (</a:t>
            </a:r>
            <a:r>
              <a:rPr lang="en-US" b="1" dirty="0" err="1"/>
              <a:t>ipynb</a:t>
            </a:r>
            <a:r>
              <a:rPr lang="en-US" b="1" dirty="0"/>
              <a:t>) is attached for clarification as to how the cleaning was taken care of on python (using pandas on </a:t>
            </a:r>
            <a:r>
              <a:rPr lang="en-US" b="1" dirty="0" err="1"/>
              <a:t>numpy</a:t>
            </a:r>
            <a:r>
              <a:rPr lang="en-US" b="1" dirty="0"/>
              <a:t>).</a:t>
            </a:r>
          </a:p>
          <a:p>
            <a:pPr lvl="0" algn="just"/>
            <a:endParaRPr lang="en-US" b="1" dirty="0"/>
          </a:p>
          <a:p>
            <a:pPr lvl="0" algn="just"/>
            <a:endParaRPr lang="en-US" b="1" dirty="0"/>
          </a:p>
          <a:p>
            <a:pPr lvl="0" algn="just"/>
            <a:endParaRPr lang="en-IN" dirty="0"/>
          </a:p>
          <a:p>
            <a:pPr algn="just"/>
            <a:r>
              <a:rPr lang="en-US" b="1" dirty="0"/>
              <a:t> </a:t>
            </a:r>
            <a:endParaRPr lang="en-IN" dirty="0"/>
          </a:p>
          <a:p>
            <a:pPr algn="just"/>
            <a:endParaRPr lang="en-IN" b="1" dirty="0">
              <a:solidFill>
                <a:schemeClr val="accent3">
                  <a:lumMod val="75000"/>
                </a:schemeClr>
              </a:solidFill>
            </a:endParaRPr>
          </a:p>
        </p:txBody>
      </p:sp>
      <p:graphicFrame>
        <p:nvGraphicFramePr>
          <p:cNvPr id="5" name="Object 4">
            <a:extLst>
              <a:ext uri="{FF2B5EF4-FFF2-40B4-BE49-F238E27FC236}">
                <a16:creationId xmlns:a16="http://schemas.microsoft.com/office/drawing/2014/main" id="{0FEAA07D-F187-F7B5-D4D7-8071945EC8FE}"/>
              </a:ext>
            </a:extLst>
          </p:cNvPr>
          <p:cNvGraphicFramePr>
            <a:graphicFrameLocks noChangeAspect="1"/>
          </p:cNvGraphicFramePr>
          <p:nvPr>
            <p:extLst>
              <p:ext uri="{D42A27DB-BD31-4B8C-83A1-F6EECF244321}">
                <p14:modId xmlns:p14="http://schemas.microsoft.com/office/powerpoint/2010/main" val="4021806059"/>
              </p:ext>
            </p:extLst>
          </p:nvPr>
        </p:nvGraphicFramePr>
        <p:xfrm>
          <a:off x="403412" y="1876706"/>
          <a:ext cx="1353670" cy="1193862"/>
        </p:xfrm>
        <a:graphic>
          <a:graphicData uri="http://schemas.openxmlformats.org/presentationml/2006/ole">
            <mc:AlternateContent xmlns:mc="http://schemas.openxmlformats.org/markup-compatibility/2006">
              <mc:Choice xmlns:v="urn:schemas-microsoft-com:vml" Requires="v">
                <p:oleObj name="Packager Shell Object" showAsIcon="1" r:id="rId3" imgW="914608" imgH="806335" progId="Package">
                  <p:embed/>
                </p:oleObj>
              </mc:Choice>
              <mc:Fallback>
                <p:oleObj name="Packager Shell Object" showAsIcon="1" r:id="rId3" imgW="914608" imgH="806335" progId="Package">
                  <p:embed/>
                  <p:pic>
                    <p:nvPicPr>
                      <p:cNvPr id="0" name=""/>
                      <p:cNvPicPr/>
                      <p:nvPr/>
                    </p:nvPicPr>
                    <p:blipFill>
                      <a:blip r:embed="rId4"/>
                      <a:stretch>
                        <a:fillRect/>
                      </a:stretch>
                    </p:blipFill>
                    <p:spPr>
                      <a:xfrm>
                        <a:off x="403412" y="1876706"/>
                        <a:ext cx="1353670" cy="1193862"/>
                      </a:xfrm>
                      <a:prstGeom prst="rect">
                        <a:avLst/>
                      </a:prstGeom>
                    </p:spPr>
                  </p:pic>
                </p:oleObj>
              </mc:Fallback>
            </mc:AlternateContent>
          </a:graphicData>
        </a:graphic>
      </p:graphicFrame>
    </p:spTree>
    <p:extLst>
      <p:ext uri="{BB962C8B-B14F-4D97-AF65-F5344CB8AC3E}">
        <p14:creationId xmlns:p14="http://schemas.microsoft.com/office/powerpoint/2010/main" val="3010151088"/>
      </p:ext>
    </p:extLst>
  </p:cSld>
  <p:clrMapOvr>
    <a:masterClrMapping/>
  </p:clrMapOvr>
</p:sld>
</file>

<file path=ppt/theme/theme1.xml><?xml version="1.0" encoding="utf-8"?>
<a:theme xmlns:a="http://schemas.openxmlformats.org/drawingml/2006/main" name="Custom">
  <a:themeElements>
    <a:clrScheme name="Custom 19">
      <a:dk1>
        <a:sysClr val="windowText" lastClr="000000"/>
      </a:dk1>
      <a:lt1>
        <a:sysClr val="window" lastClr="FFFFFF"/>
      </a:lt1>
      <a:dk2>
        <a:srgbClr val="44546A"/>
      </a:dk2>
      <a:lt2>
        <a:srgbClr val="E7E6E6"/>
      </a:lt2>
      <a:accent1>
        <a:srgbClr val="B4D0E9"/>
      </a:accent1>
      <a:accent2>
        <a:srgbClr val="476977"/>
      </a:accent2>
      <a:accent3>
        <a:srgbClr val="79BBE9"/>
      </a:accent3>
      <a:accent4>
        <a:srgbClr val="6B8043"/>
      </a:accent4>
      <a:accent5>
        <a:srgbClr val="9ACF21"/>
      </a:accent5>
      <a:accent6>
        <a:srgbClr val="CFDCA5"/>
      </a:accent6>
      <a:hlink>
        <a:srgbClr val="0563C1"/>
      </a:hlink>
      <a:folHlink>
        <a:srgbClr val="954F72"/>
      </a:folHlink>
    </a:clrScheme>
    <a:fontScheme name="Custom 26">
      <a:majorFont>
        <a:latin typeface="Tenorite Bold"/>
        <a:ea typeface=""/>
        <a:cs typeface=""/>
      </a:majorFont>
      <a:minorFont>
        <a:latin typeface="Tenorite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6411175_Win32_SL_V6" id="{2596AF0E-92BF-4F5A-A2A1-B1C9D33CD0CE}" vid="{0709752F-9199-467A-B305-5274ECB683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19A644-6410-4EC7-894C-877E70305DFF}">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E9424615-5FE5-4F43-AE24-3BC9A0532687}">
  <ds:schemaRefs>
    <ds:schemaRef ds:uri="http://schemas.microsoft.com/sharepoint/v3/contenttype/forms"/>
  </ds:schemaRefs>
</ds:datastoreItem>
</file>

<file path=customXml/itemProps3.xml><?xml version="1.0" encoding="utf-8"?>
<ds:datastoreItem xmlns:ds="http://schemas.openxmlformats.org/officeDocument/2006/customXml" ds:itemID="{15AD180A-D253-4F84-BD24-8EE736E655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Verdant pitch deck</Template>
  <TotalTime>294</TotalTime>
  <Words>1142</Words>
  <Application>Microsoft Office PowerPoint</Application>
  <PresentationFormat>Widescreen</PresentationFormat>
  <Paragraphs>83</Paragraphs>
  <Slides>14</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0" baseType="lpstr">
      <vt:lpstr>Arial</vt:lpstr>
      <vt:lpstr>Calibri</vt:lpstr>
      <vt:lpstr>Tenorite </vt:lpstr>
      <vt:lpstr>Tenorite Bold</vt:lpstr>
      <vt:lpstr>Custom</vt:lpstr>
      <vt:lpstr>Package</vt:lpstr>
      <vt:lpstr>HR PEOPLE ANALYTICS dASHBOARD</vt:lpstr>
      <vt:lpstr>Hr people  Analytics</vt:lpstr>
      <vt:lpstr>Executive summary</vt:lpstr>
      <vt:lpstr>MethodoLogy</vt:lpstr>
      <vt:lpstr>hr Dashboard (Power bi)</vt:lpstr>
      <vt:lpstr>KPI Dashboard</vt:lpstr>
      <vt:lpstr>Hiring Trend</vt:lpstr>
      <vt:lpstr>Gender distribution</vt:lpstr>
      <vt:lpstr>Racial diversity</vt:lpstr>
      <vt:lpstr>Department volume</vt:lpstr>
      <vt:lpstr>Employee location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Jude Eleison</dc:creator>
  <cp:lastModifiedBy>Jude Eleison</cp:lastModifiedBy>
  <cp:revision>13</cp:revision>
  <dcterms:created xsi:type="dcterms:W3CDTF">2026-08-05T12:26:22Z</dcterms:created>
  <dcterms:modified xsi:type="dcterms:W3CDTF">2026-08-05T17:20:36Z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